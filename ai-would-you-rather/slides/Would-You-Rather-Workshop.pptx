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e82adaef874588" /><Relationship Type="http://schemas.openxmlformats.org/officeDocument/2006/relationships/extended-properties" Target="/docProps/app.xml" Id="R949a9af3f5e44099" /><Relationship Type="http://schemas.openxmlformats.org/officeDocument/2006/relationships/officeDocument" Target="/ppt/presentation.xml" Id="Rb475d05bab7348ea" /></Relationships>
</file>

<file path=ppt/presentation.xml><?xml version="1.0" encoding="utf-8"?>
<p:presentation xmlns:p="http://schemas.openxmlformats.org/presentationml/2006/main">
  <p:sldMasterIdLst>
    <p:sldMasterId xmlns:r="http://schemas.openxmlformats.org/officeDocument/2006/relationships" id="2147483648" r:id="R227f2b1b15084363"/>
  </p:sldMasterIdLst>
  <p:notesMasterIdLst>
    <p:notesMasterId xmlns:r="http://schemas.openxmlformats.org/officeDocument/2006/relationships" r:id="R04eb321dbd5b4e3a"/>
  </p:notesMasterIdLst>
  <p:sldIdLst>
    <p:sldId xmlns:r="http://schemas.openxmlformats.org/officeDocument/2006/relationships" id="256" r:id="R31c45e1f156f4900"/>
    <p:sldId xmlns:r="http://schemas.openxmlformats.org/officeDocument/2006/relationships" id="257" r:id="Rc7ca75736e96432b"/>
    <p:sldId xmlns:r="http://schemas.openxmlformats.org/officeDocument/2006/relationships" id="258" r:id="R463590e69267490b"/>
    <p:sldId xmlns:r="http://schemas.openxmlformats.org/officeDocument/2006/relationships" id="259" r:id="R241c60d8ea7d4fa6"/>
    <p:sldId xmlns:r="http://schemas.openxmlformats.org/officeDocument/2006/relationships" id="260" r:id="Rf15be88a3309482c"/>
    <p:sldId xmlns:r="http://schemas.openxmlformats.org/officeDocument/2006/relationships" id="261" r:id="R0caf7c35c4a84f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f77ae3a89e41d2" /><Relationship Type="http://schemas.openxmlformats.org/officeDocument/2006/relationships/slideMaster" Target="/ppt/slideMasters/slideMaster1.xml" Id="R227f2b1b15084363" /><Relationship Type="http://schemas.openxmlformats.org/officeDocument/2006/relationships/notesMaster" Target="/ppt/notesMasters/notesMaster1.xml" Id="R04eb321dbd5b4e3a" /><Relationship Type="http://schemas.openxmlformats.org/officeDocument/2006/relationships/presProps" Target="/ppt/presProps.xml" Id="R01887ab2939449d2" /><Relationship Type="http://schemas.openxmlformats.org/officeDocument/2006/relationships/tableStyles" Target="/ppt/tableStyles.xml" Id="R9a8fc022a46f416c" /><Relationship Type="http://schemas.openxmlformats.org/officeDocument/2006/relationships/slide" Target="/ppt/slides/slide1.xml" Id="R31c45e1f156f4900" /><Relationship Type="http://schemas.openxmlformats.org/officeDocument/2006/relationships/slide" Target="/ppt/slides/slide2.xml" Id="Rc7ca75736e96432b" /><Relationship Type="http://schemas.openxmlformats.org/officeDocument/2006/relationships/slide" Target="/ppt/slides/slide3.xml" Id="R463590e69267490b" /><Relationship Type="http://schemas.openxmlformats.org/officeDocument/2006/relationships/slide" Target="/ppt/slides/slide4.xml" Id="R241c60d8ea7d4fa6" /><Relationship Type="http://schemas.openxmlformats.org/officeDocument/2006/relationships/slide" Target="/ppt/slides/slide5.xml" Id="Rf15be88a3309482c" /><Relationship Type="http://schemas.openxmlformats.org/officeDocument/2006/relationships/slide" Target="/ppt/slides/slide6.xml" Id="R0caf7c35c4a84f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1fa96089454e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38ddcf3f9540d5" /><Relationship Type="http://schemas.openxmlformats.org/officeDocument/2006/relationships/notesMaster" Target="/ppt/notesMasters/notesMaster1.xml" Id="R7df7cab242144b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a1fcd2e8274366" /><Relationship Type="http://schemas.openxmlformats.org/officeDocument/2006/relationships/notesMaster" Target="/ppt/notesMasters/notesMaster1.xml" Id="R23867488b1544b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7920a959744545" /><Relationship Type="http://schemas.openxmlformats.org/officeDocument/2006/relationships/notesMaster" Target="/ppt/notesMasters/notesMaster1.xml" Id="R41b90f806f6f4a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d3569279ae4df8" /><Relationship Type="http://schemas.openxmlformats.org/officeDocument/2006/relationships/notesMaster" Target="/ppt/notesMasters/notesMaster1.xml" Id="R3c6864798f8645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6501affc8741c4" /><Relationship Type="http://schemas.openxmlformats.org/officeDocument/2006/relationships/notesMaster" Target="/ppt/notesMasters/notesMaster1.xml" Id="Rb94255d4d8c947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35661c3a0e4531" /><Relationship Type="http://schemas.openxmlformats.org/officeDocument/2006/relationships/notesMaster" Target="/ppt/notesMasters/notesMaster1.xml" Id="Rb06c5b53207443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2 minutes. This workshop uses only the browser: GitHub file editing, a static published website, and OpenRouter. Participants sign in to GitHub and OpenRouter in advance. Ideally their static site is already published so build waiting does not consume the activity. Show the fixed demo and have the room vote. The screenshot is a labeled demo, not an AI response. Live mode calls OpenRouter directly from the page using each visitor's own key entered at runtime. We are not sharing an owner key in source code. The full group activity remains approximately 20 minutes after account and hosting preparation. Source: https://openrouter.ai/docs/quickstart.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3 minutes if publication is already prepared. Open https://github.com/Casper3211/Static-Page-Demo. Each participant clicks Fork, chooses their own account, keeps the repository name, and clicks Create fork. Existing published copies can skip this. In their own repository, Settings &gt; Pages &gt; Build and deployment &gt; Source: Deploy from a branch. Choose main and /(root), then Save. Wait until Pages reports the site is live and click Visit site. On the homepage click Open the chatbot workshop. A default project URL has the shape https://YOUR-USERNAME.github.io/Static-Page-Demo/ai-would-you-rather/. Use the actual Visit site URL for custom domains or renamed repositories. A source file view on github.com is different from the published page. Participants need their own copy to commit changes. If they already use another static host, keep that existing publishing flow instead. Initial Pages publication can take several minutes; prepare it before the meeting. Source: https://docs.github.com/en/pages/getting-started-with-github-pages/configuring-a-publishing-source-for-your-github-pages-site.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3 minutes. In your repository Code tab open ai-would-you-rather, then index.html. Click the pencil icon to edit. If GitHub asks to fork, return to your own fork. Search EDIT 2 in the browser/editor and change the text inside h1 while keeping HTML tags intact. For example Would you rather becomes Pick your weird power. EDIT 1 near the top controls the accent color via --accent. Click Commit changes at the top right, enter a short description, choose Commit directly to the main branch for your own workshop copy, and confirm Commit changes. GitHub stores the edit and the connected static host publishes it. Use the actual publishing status before refreshing the live site. This page also contains BOT CSS, BOT HTML and BOT SCRIPT blocks if students want to copy the entire floating widget into an existing single-file website. Keep all three blocks together. Source: https://docs.github.com/en/repositories/working-with-files/managing-files/editing-files.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4 minutes. Open https://openrouter.ai/settings/keys in another tab, sign in, create a key and copy it privately. Return to the published game, open the floating panel, paste into the password field, and click Use my key. Do not paste the key into GitHub's HTML editor. Use my key keeps the value in a JavaScript variable and clears the password field; it does not itself authenticate or spend a request. Send a theme to test the key. The page makes a POST request directly to https://openrouter.ai/api/v1/chat/completions with Authorization: Bearer and JSON model/messages. It reads choices[0].message.content as text. MODEL is nvidia/nemotron-3-ultra-550b-a55b:free. No backend or environment file is involved. Each visitor uses their own quota. The app writes no keys to browser storage. Refresh, page departure, Clear key or Try demo clears the in-memory key. Only paste your own key into code you trust; page scripts can access it while used. Use fictional themes because provider logging applies. Try demo needs no key and produces a labeled fixed question. Sources: https://openrouter.ai/docs/quickstart; https://openrouter.ai/docs/guides/overview/auth/oauth; https://openrouter.ai/nvidia/nemotron-3-ultra-550b-a55b:free?view=api.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5 minutes. In your fork reopen ai-would-you-rather/index.html and click the pencil. Search EDIT 3. Edit the text between the backticks after const INSTRUCTIONS =, keeping both backticks and the semicolon. Choose one change: food-only, extremely silly, or one sentence per choice. The model receives this as the system message. Leave MODEL unchanged to use the selected free endpoint. API_URL is the OpenRouter chat endpoint. The user's theme becomes the user message. Commit the change to main and wait for the host to publish it. Compare the same theme before and after. Prompt edits guide output but do not guarantee it. Demo output stays fixed, so use live mode to evaluate prompt changes. Source: https://openrouter.ai/docs/quickstart.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3 minutes. Check repository Actions for the Pages build or the existing static host's status, then refresh the published URL. Refresh removes the runtime key, so paste it again and click Use my key. Ask the same theme and compare. One person edits, one tests, and everyone can vote A or B. If the old version appears, confirm the right fork and published path and wait for a successful deployment. 401: key rejected. 429: provider busy or quota exhausted. Slow response: wait or use Try demo. The no-key demo is a fixed example and does not demonstrate prompt changes. The outcome is a published static HTML game editable entirely in GitHub. Sources: https://openrouter.ai/docs/api-reference/errors; https://docs.github.com/en/pages/getting-started-with-github-pages/configuring-a-publishing-source-for-your-github-pages-site.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69e4ba8d4d4b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686aaafa6cf4ad2" /><Relationship Type="http://schemas.openxmlformats.org/officeDocument/2006/relationships/slideLayout" Target="/ppt/slideLayouts/slideLayout1.xml" Id="R4b023fa7a0294c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b023fa7a0294c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5086debb7bd14257"/><Relationship Type="http://schemas.openxmlformats.org/officeDocument/2006/relationships/image" Target="/ppt/media/image.png" Id="R60e1a01f8e7f464c"/><Relationship Type="http://schemas.openxmlformats.org/officeDocument/2006/relationships/notesSlide" Target="/ppt/notesSlides/notesSlide1.xml" Id="R677476d4fbcf4de4"/></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1.xml" Id="R3b964bb4c63e4b52"/><Relationship Type="http://schemas.openxmlformats.org/officeDocument/2006/relationships/notesSlide" Target="/ppt/notesSlides/notesSlide2.xml" Id="Rd02b11ce86464a47"/></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1.xml" Id="R05612b06cd934c37"/><Relationship Type="http://schemas.openxmlformats.org/officeDocument/2006/relationships/notesSlide" Target="/ppt/notesSlides/notesSlide3.xml" Id="Reef3824ebc3c43e2"/></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1.xml" Id="R6d890300e8a04d85"/><Relationship Type="http://schemas.openxmlformats.org/officeDocument/2006/relationships/notesSlide" Target="/ppt/notesSlides/notesSlide4.xml" Id="R02b68081242d464d"/></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1.xml" Id="R41ac0cd6f88d4ead"/><Relationship Type="http://schemas.openxmlformats.org/officeDocument/2006/relationships/notesSlide" Target="/ppt/notesSlides/notesSlide5.xml" Id="Re396f0d0f69b41b3"/></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1.xml" Id="Rf506ba669b934f0b"/><Relationship Type="http://schemas.openxmlformats.org/officeDocument/2006/relationships/notesSlide" Target="/ppt/notesSlides/notesSlide6.xml" Id="Ree5f468f8c3b4b09"/></Relationships>
</file>

<file path=ppt/slides/slide1.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3" name="club">
            <a:extLst xmlns:a="http://schemas.openxmlformats.org/drawingml/2006/main">
              <a:ext uri="{FF2B5EF4-FFF2-40B4-BE49-F238E27FC236}">
                <a16:creationId xmlns:a16="http://schemas.microsoft.com/office/drawing/2014/main" id="{A9215153-0FD5-4F3F-8162-09A1F0DEBC35}"/>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BD7D82B6-E7A8-45D2-A5D4-7721C5DD9A58}"/>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Would you rather…?</a:t>
            </a:r>
          </a:p>
        </p:txBody>
      </p:sp>
      <p:sp>
        <p:nvSpPr>
          <p:cNvPr id="4" name="subheader">
            <a:extLst xmlns:a="http://schemas.openxmlformats.org/drawingml/2006/main">
              <a:ext uri="{FF2B5EF4-FFF2-40B4-BE49-F238E27FC236}">
                <a16:creationId xmlns:a16="http://schemas.microsoft.com/office/drawing/2014/main" id="{5EDF28EE-6694-41DA-BB96-8E431C8D7D72}"/>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One HTML file. Edit it on GitHub. Play in your browser.</a:t>
            </a:r>
          </a:p>
        </p:txBody>
      </p:sp>
      <p:sp>
        <p:nvSpPr>
          <p:cNvPr id="8" name="footer-page">
            <a:extLst xmlns:a="http://schemas.openxmlformats.org/drawingml/2006/main">
              <a:ext uri="{FF2B5EF4-FFF2-40B4-BE49-F238E27FC236}">
                <a16:creationId xmlns:a16="http://schemas.microsoft.com/office/drawing/2014/main" id="{647787DC-8A38-4C7C-AA3A-9F55F3C6208B}"/>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01 / 06</a:t>
            </a:r>
          </a:p>
        </p:txBody>
      </p:sp>
      <p:sp>
        <p:nvSpPr>
          <p:cNvPr id="9" name="demo-steps-title">
            <a:extLst xmlns:a="http://schemas.openxmlformats.org/drawingml/2006/main">
              <a:ext uri="{FF2B5EF4-FFF2-40B4-BE49-F238E27FC236}">
                <a16:creationId xmlns:a16="http://schemas.microsoft.com/office/drawing/2014/main" id="{7569D73F-4681-4595-B0AF-71953D026774}"/>
              </a:ext>
            </a:extLst>
          </p:cNvPr>
          <p:cNvSpPr>
            <a:spLocks xmlns:a="http://schemas.openxmlformats.org/drawingml/2006/main" noGrp="1"/>
          </p:cNvSpPr>
          <p:nvPr/>
        </p:nvSpPr>
        <p:spPr>
          <a:xfrm xmlns:a="http://schemas.openxmlformats.org/drawingml/2006/main">
            <a:off x="609600" y="2819400"/>
            <a:ext cx="3981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1">
                <a:solidFill>
                  <a:srgbClr val="087E80"/>
                </a:solidFill>
                <a:latin typeface="Arial"/>
                <a:ea typeface="Arial"/>
                <a:cs typeface="Arial"/>
              </a:defRPr>
            </a:pPr>
            <a:r>
              <a:rPr sz="1425" b="1">
                <a:solidFill>
                  <a:srgbClr val="087E80"/>
                </a:solidFill>
                <a:latin typeface="Arial"/>
                <a:ea typeface="Arial"/>
                <a:cs typeface="Arial"/>
              </a:rPr>
              <a:t>THE IDEA</a:t>
            </a:r>
          </a:p>
        </p:txBody>
      </p:sp>
      <p:sp>
        <p:nvSpPr>
          <p:cNvPr id="10" name="demo-steps">
            <a:extLst xmlns:a="http://schemas.openxmlformats.org/drawingml/2006/main">
              <a:ext uri="{FF2B5EF4-FFF2-40B4-BE49-F238E27FC236}">
                <a16:creationId xmlns:a16="http://schemas.microsoft.com/office/drawing/2014/main" id="{7526CBD2-FA9F-4747-8CF9-8D7E5F87AFFB}"/>
              </a:ext>
            </a:extLst>
          </p:cNvPr>
          <p:cNvSpPr>
            <a:spLocks xmlns:a="http://schemas.openxmlformats.org/drawingml/2006/main" noGrp="1"/>
          </p:cNvSpPr>
          <p:nvPr/>
        </p:nvSpPr>
        <p:spPr>
          <a:xfrm xmlns:a="http://schemas.openxmlformats.org/drawingml/2006/main">
            <a:off x="609600" y="3429000"/>
            <a:ext cx="4162425"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Pick a theme.</a:t>
            </a:r>
          </a:p>
          <a:p xmlns:a="http://schemas.openxmlformats.org/drawingml/2006/main">
            <a:r>
              <a:t/>
            </a:r>
          </a:p>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Get two funny choices.</a:t>
            </a:r>
          </a:p>
          <a:p xmlns:a="http://schemas.openxmlformats.org/drawingml/2006/main">
            <a:r>
              <a:t/>
            </a:r>
          </a:p>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Choose one and explain why.</a:t>
            </a:r>
          </a:p>
        </p:txBody>
      </p:sp>
      <p:sp>
        <p:nvSpPr>
          <p:cNvPr id="11" name="demo-area">
            <a:extLst xmlns:a="http://schemas.openxmlformats.org/drawingml/2006/main">
              <a:ext uri="{FF2B5EF4-FFF2-40B4-BE49-F238E27FC236}">
                <a16:creationId xmlns:a16="http://schemas.microsoft.com/office/drawing/2014/main" id="{C01B722D-1CED-414A-A9F2-64160398C822}"/>
              </a:ext>
            </a:extLst>
          </p:cNvPr>
          <p:cNvSpPr>
            <a:spLocks xmlns:a="http://schemas.openxmlformats.org/drawingml/2006/main" noGrp="1"/>
          </p:cNvSpPr>
          <p:nvPr/>
        </p:nvSpPr>
        <p:spPr>
          <a:xfrm xmlns:a="http://schemas.openxmlformats.org/drawingml/2006/main">
            <a:off x="5257800" y="2857500"/>
            <a:ext cx="63246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0">
                <a:solidFill>
                  <a:srgbClr val="53686C"/>
                </a:solidFill>
                <a:latin typeface="Arial"/>
                <a:ea typeface="Arial"/>
                <a:cs typeface="Arial"/>
              </a:defRPr>
            </a:pPr>
            <a:r>
              <a:rPr sz="2175" b="0">
                <a:solidFill>
                  <a:srgbClr val="53686C"/>
                </a:solidFill>
                <a:latin typeface="Arial"/>
                <a:ea typeface="Arial"/>
                <a:cs typeface="Arial"/>
              </a:rPr>
              <a:t/>
            </a:r>
          </a:p>
        </p:txBody>
      </p:sp>
      <p:sp>
        <p:nvSpPr>
          <p:cNvPr id="12" name="demo-question">
            <a:extLst xmlns:a="http://schemas.openxmlformats.org/drawingml/2006/main">
              <a:ext uri="{FF2B5EF4-FFF2-40B4-BE49-F238E27FC236}">
                <a16:creationId xmlns:a16="http://schemas.microsoft.com/office/drawing/2014/main" id="{DF230DE5-B487-426F-8BFE-64401CA74FD7}"/>
              </a:ext>
            </a:extLst>
          </p:cNvPr>
          <p:cNvSpPr>
            <a:spLocks xmlns:a="http://schemas.openxmlformats.org/drawingml/2006/main" noGrp="1"/>
          </p:cNvSpPr>
          <p:nvPr/>
        </p:nvSpPr>
        <p:spPr>
          <a:xfrm xmlns:a="http://schemas.openxmlformats.org/drawingml/2006/main">
            <a:off x="5257800" y="5553075"/>
            <a:ext cx="6324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1">
                <a:solidFill>
                  <a:srgbClr val="087E80"/>
                </a:solidFill>
                <a:latin typeface="Arial"/>
                <a:ea typeface="Arial"/>
                <a:cs typeface="Arial"/>
              </a:defRPr>
            </a:pPr>
            <a:r>
              <a:rPr sz="1800" b="1">
                <a:solidFill>
                  <a:srgbClr val="087E80"/>
                </a:solidFill>
                <a:latin typeface="Arial"/>
                <a:ea typeface="Arial"/>
                <a:cs typeface="Arial"/>
              </a:rPr>
              <a:t>Try: “Give me a question about superpowers.”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0e1a01f8e7f464c"/>
          <a:stretch xmlns:a="http://schemas.openxmlformats.org/drawingml/2006/main"/>
        </p:blipFill>
        <p:spPr>
          <a:xfrm xmlns:a="http://schemas.openxmlformats.org/drawingml/2006/main">
            <a:off x="6249458" y="2381250"/>
            <a:ext cx="4131733" cy="2905125"/>
          </a:xfrm>
          <a:prstGeom xmlns:a="http://schemas.openxmlformats.org/drawingml/2006/main" prst="rect">
            <a:avLst/>
          </a:prstGeom>
        </p:spPr>
      </p:pic>
    </p:spTree>
    <p:extLst>
      <p:ext uri="{BB962C8B-B14F-4D97-AF65-F5344CB8AC3E}">
        <p14:creationId xmlns:p14="http://schemas.microsoft.com/office/powerpoint/2010/main" val="1027706640"/>
      </p:ext>
    </p:extLst>
  </p:cSld>
</p:sld>
</file>

<file path=ppt/slides/slide2.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21" name="club">
            <a:extLst xmlns:a="http://schemas.openxmlformats.org/drawingml/2006/main">
              <a:ext uri="{FF2B5EF4-FFF2-40B4-BE49-F238E27FC236}">
                <a16:creationId xmlns:a16="http://schemas.microsoft.com/office/drawing/2014/main" id="{366D60CB-0E69-4059-85C5-9B5236F59499}"/>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EF48F320-DD91-4BBA-B862-5084F2F45ADE}"/>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Your GitHub website</a:t>
            </a:r>
          </a:p>
        </p:txBody>
      </p:sp>
      <p:sp>
        <p:nvSpPr>
          <p:cNvPr id="4" name="subheader">
            <a:extLst xmlns:a="http://schemas.openxmlformats.org/drawingml/2006/main">
              <a:ext uri="{FF2B5EF4-FFF2-40B4-BE49-F238E27FC236}">
                <a16:creationId xmlns:a16="http://schemas.microsoft.com/office/drawing/2014/main" id="{5D6446FB-4749-41AC-9A7B-5675002E5DC1}"/>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Already have a published copy? Keep using it.</a:t>
            </a:r>
          </a:p>
        </p:txBody>
      </p:sp>
      <p:sp>
        <p:nvSpPr>
          <p:cNvPr id="8" name="footer-page">
            <a:extLst xmlns:a="http://schemas.openxmlformats.org/drawingml/2006/main">
              <a:ext uri="{FF2B5EF4-FFF2-40B4-BE49-F238E27FC236}">
                <a16:creationId xmlns:a16="http://schemas.microsoft.com/office/drawing/2014/main" id="{C8408FA6-E463-4CDD-B6F5-5DA963C5DA59}"/>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02 / 06</a:t>
            </a:r>
          </a:p>
        </p:txBody>
      </p:sp>
      <p:sp>
        <p:nvSpPr>
          <p:cNvPr id="9" name="number-0">
            <a:extLst xmlns:a="http://schemas.openxmlformats.org/drawingml/2006/main">
              <a:ext uri="{FF2B5EF4-FFF2-40B4-BE49-F238E27FC236}">
                <a16:creationId xmlns:a16="http://schemas.microsoft.com/office/drawing/2014/main" id="{51BDE694-C556-45C9-8B16-C8598B27536B}"/>
              </a:ext>
            </a:extLst>
          </p:cNvPr>
          <p:cNvSpPr>
            <a:spLocks xmlns:a="http://schemas.openxmlformats.org/drawingml/2006/main" noGrp="1"/>
          </p:cNvSpPr>
          <p:nvPr/>
        </p:nvSpPr>
        <p:spPr>
          <a:xfrm xmlns:a="http://schemas.openxmlformats.org/drawingml/2006/main">
            <a:off x="609600" y="2762250"/>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01</a:t>
            </a:r>
          </a:p>
        </p:txBody>
      </p:sp>
      <p:sp>
        <p:nvSpPr>
          <p:cNvPr id="10" name="label-0">
            <a:extLst xmlns:a="http://schemas.openxmlformats.org/drawingml/2006/main">
              <a:ext uri="{FF2B5EF4-FFF2-40B4-BE49-F238E27FC236}">
                <a16:creationId xmlns:a16="http://schemas.microsoft.com/office/drawing/2014/main" id="{E901CE81-5B34-4D37-86AA-33C33C0D7159}"/>
              </a:ext>
            </a:extLst>
          </p:cNvPr>
          <p:cNvSpPr>
            <a:spLocks xmlns:a="http://schemas.openxmlformats.org/drawingml/2006/main" noGrp="1"/>
          </p:cNvSpPr>
          <p:nvPr/>
        </p:nvSpPr>
        <p:spPr>
          <a:xfrm xmlns:a="http://schemas.openxmlformats.org/drawingml/2006/main">
            <a:off x="1638300" y="276225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Your own copy</a:t>
            </a:r>
          </a:p>
        </p:txBody>
      </p:sp>
      <p:sp>
        <p:nvSpPr>
          <p:cNvPr id="11" name="detail-0">
            <a:extLst xmlns:a="http://schemas.openxmlformats.org/drawingml/2006/main">
              <a:ext uri="{FF2B5EF4-FFF2-40B4-BE49-F238E27FC236}">
                <a16:creationId xmlns:a16="http://schemas.microsoft.com/office/drawing/2014/main" id="{BD0ED1E0-713C-4C6D-929D-E0FBED8AF2E8}"/>
              </a:ext>
            </a:extLst>
          </p:cNvPr>
          <p:cNvSpPr>
            <a:spLocks xmlns:a="http://schemas.openxmlformats.org/drawingml/2006/main" noGrp="1"/>
          </p:cNvSpPr>
          <p:nvPr/>
        </p:nvSpPr>
        <p:spPr>
          <a:xfrm xmlns:a="http://schemas.openxmlformats.org/drawingml/2006/main">
            <a:off x="4476750" y="2790825"/>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Open the demo repository, then Fork.</a:t>
            </a:r>
          </a:p>
        </p:txBody>
      </p:sp>
      <p:sp>
        <p:nvSpPr>
          <p:cNvPr id="12" name="number-1">
            <a:extLst xmlns:a="http://schemas.openxmlformats.org/drawingml/2006/main">
              <a:ext uri="{FF2B5EF4-FFF2-40B4-BE49-F238E27FC236}">
                <a16:creationId xmlns:a16="http://schemas.microsoft.com/office/drawing/2014/main" id="{AD5A7334-AE57-4202-9AFA-95A3587926EB}"/>
              </a:ext>
            </a:extLst>
          </p:cNvPr>
          <p:cNvSpPr>
            <a:spLocks xmlns:a="http://schemas.openxmlformats.org/drawingml/2006/main" noGrp="1"/>
          </p:cNvSpPr>
          <p:nvPr/>
        </p:nvSpPr>
        <p:spPr>
          <a:xfrm xmlns:a="http://schemas.openxmlformats.org/drawingml/2006/main">
            <a:off x="609600" y="3476625"/>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02</a:t>
            </a:r>
          </a:p>
        </p:txBody>
      </p:sp>
      <p:sp>
        <p:nvSpPr>
          <p:cNvPr id="13" name="label-1">
            <a:extLst xmlns:a="http://schemas.openxmlformats.org/drawingml/2006/main">
              <a:ext uri="{FF2B5EF4-FFF2-40B4-BE49-F238E27FC236}">
                <a16:creationId xmlns:a16="http://schemas.microsoft.com/office/drawing/2014/main" id="{103D2AB4-FD59-4411-8C36-0103588CA6F2}"/>
              </a:ext>
            </a:extLst>
          </p:cNvPr>
          <p:cNvSpPr>
            <a:spLocks xmlns:a="http://schemas.openxmlformats.org/drawingml/2006/main" noGrp="1"/>
          </p:cNvSpPr>
          <p:nvPr/>
        </p:nvSpPr>
        <p:spPr>
          <a:xfrm xmlns:a="http://schemas.openxmlformats.org/drawingml/2006/main">
            <a:off x="1638300" y="347662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Pages settings</a:t>
            </a:r>
          </a:p>
        </p:txBody>
      </p:sp>
      <p:sp>
        <p:nvSpPr>
          <p:cNvPr id="14" name="detail-1">
            <a:extLst xmlns:a="http://schemas.openxmlformats.org/drawingml/2006/main">
              <a:ext uri="{FF2B5EF4-FFF2-40B4-BE49-F238E27FC236}">
                <a16:creationId xmlns:a16="http://schemas.microsoft.com/office/drawing/2014/main" id="{A5914C25-27E7-47D8-9ACC-EFCE8E16BC3D}"/>
              </a:ext>
            </a:extLst>
          </p:cNvPr>
          <p:cNvSpPr>
            <a:spLocks xmlns:a="http://schemas.openxmlformats.org/drawingml/2006/main" noGrp="1"/>
          </p:cNvSpPr>
          <p:nvPr/>
        </p:nvSpPr>
        <p:spPr>
          <a:xfrm xmlns:a="http://schemas.openxmlformats.org/drawingml/2006/main">
            <a:off x="4476750" y="3505200"/>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Settings &gt; Pages &gt; Deploy from a branch</a:t>
            </a:r>
          </a:p>
        </p:txBody>
      </p:sp>
      <p:sp>
        <p:nvSpPr>
          <p:cNvPr id="15" name="number-2">
            <a:extLst xmlns:a="http://schemas.openxmlformats.org/drawingml/2006/main">
              <a:ext uri="{FF2B5EF4-FFF2-40B4-BE49-F238E27FC236}">
                <a16:creationId xmlns:a16="http://schemas.microsoft.com/office/drawing/2014/main" id="{48C15E34-16CE-4F28-B10B-104872F8D180}"/>
              </a:ext>
            </a:extLst>
          </p:cNvPr>
          <p:cNvSpPr>
            <a:spLocks xmlns:a="http://schemas.openxmlformats.org/drawingml/2006/main" noGrp="1"/>
          </p:cNvSpPr>
          <p:nvPr/>
        </p:nvSpPr>
        <p:spPr>
          <a:xfrm xmlns:a="http://schemas.openxmlformats.org/drawingml/2006/main">
            <a:off x="609600" y="4191000"/>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03</a:t>
            </a:r>
          </a:p>
        </p:txBody>
      </p:sp>
      <p:sp>
        <p:nvSpPr>
          <p:cNvPr id="16" name="label-2">
            <a:extLst xmlns:a="http://schemas.openxmlformats.org/drawingml/2006/main">
              <a:ext uri="{FF2B5EF4-FFF2-40B4-BE49-F238E27FC236}">
                <a16:creationId xmlns:a16="http://schemas.microsoft.com/office/drawing/2014/main" id="{2D9E683A-398A-4AB2-AA79-A9276DCE23D4}"/>
              </a:ext>
            </a:extLst>
          </p:cNvPr>
          <p:cNvSpPr>
            <a:spLocks xmlns:a="http://schemas.openxmlformats.org/drawingml/2006/main" noGrp="1"/>
          </p:cNvSpPr>
          <p:nvPr/>
        </p:nvSpPr>
        <p:spPr>
          <a:xfrm xmlns:a="http://schemas.openxmlformats.org/drawingml/2006/main">
            <a:off x="1638300" y="419100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Publish</a:t>
            </a:r>
          </a:p>
        </p:txBody>
      </p:sp>
      <p:sp>
        <p:nvSpPr>
          <p:cNvPr id="17" name="detail-2">
            <a:extLst xmlns:a="http://schemas.openxmlformats.org/drawingml/2006/main">
              <a:ext uri="{FF2B5EF4-FFF2-40B4-BE49-F238E27FC236}">
                <a16:creationId xmlns:a16="http://schemas.microsoft.com/office/drawing/2014/main" id="{86AC9DF9-265A-4051-90FA-C86F9F89C9A9}"/>
              </a:ext>
            </a:extLst>
          </p:cNvPr>
          <p:cNvSpPr>
            <a:spLocks xmlns:a="http://schemas.openxmlformats.org/drawingml/2006/main" noGrp="1"/>
          </p:cNvSpPr>
          <p:nvPr/>
        </p:nvSpPr>
        <p:spPr>
          <a:xfrm xmlns:a="http://schemas.openxmlformats.org/drawingml/2006/main">
            <a:off x="4476750" y="4219575"/>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Choose main and /(root), then Save.</a:t>
            </a:r>
          </a:p>
        </p:txBody>
      </p:sp>
      <p:sp>
        <p:nvSpPr>
          <p:cNvPr id="18" name="number-3">
            <a:extLst xmlns:a="http://schemas.openxmlformats.org/drawingml/2006/main">
              <a:ext uri="{FF2B5EF4-FFF2-40B4-BE49-F238E27FC236}">
                <a16:creationId xmlns:a16="http://schemas.microsoft.com/office/drawing/2014/main" id="{B815891C-F9E3-4E7E-9B17-326932EE6564}"/>
              </a:ext>
            </a:extLst>
          </p:cNvPr>
          <p:cNvSpPr>
            <a:spLocks xmlns:a="http://schemas.openxmlformats.org/drawingml/2006/main" noGrp="1"/>
          </p:cNvSpPr>
          <p:nvPr/>
        </p:nvSpPr>
        <p:spPr>
          <a:xfrm xmlns:a="http://schemas.openxmlformats.org/drawingml/2006/main">
            <a:off x="609600" y="4905375"/>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04</a:t>
            </a:r>
          </a:p>
        </p:txBody>
      </p:sp>
      <p:sp>
        <p:nvSpPr>
          <p:cNvPr id="19" name="label-3">
            <a:extLst xmlns:a="http://schemas.openxmlformats.org/drawingml/2006/main">
              <a:ext uri="{FF2B5EF4-FFF2-40B4-BE49-F238E27FC236}">
                <a16:creationId xmlns:a16="http://schemas.microsoft.com/office/drawing/2014/main" id="{D16D2124-C19D-4287-BA72-4BAFA52DD5C6}"/>
              </a:ext>
            </a:extLst>
          </p:cNvPr>
          <p:cNvSpPr>
            <a:spLocks xmlns:a="http://schemas.openxmlformats.org/drawingml/2006/main" noGrp="1"/>
          </p:cNvSpPr>
          <p:nvPr/>
        </p:nvSpPr>
        <p:spPr>
          <a:xfrm xmlns:a="http://schemas.openxmlformats.org/drawingml/2006/main">
            <a:off x="1638300" y="490537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Open the game</a:t>
            </a:r>
          </a:p>
        </p:txBody>
      </p:sp>
      <p:sp>
        <p:nvSpPr>
          <p:cNvPr id="20" name="detail-3">
            <a:extLst xmlns:a="http://schemas.openxmlformats.org/drawingml/2006/main">
              <a:ext uri="{FF2B5EF4-FFF2-40B4-BE49-F238E27FC236}">
                <a16:creationId xmlns:a16="http://schemas.microsoft.com/office/drawing/2014/main" id="{9219B99F-90F8-4C32-9F2B-5F01F554F722}"/>
              </a:ext>
            </a:extLst>
          </p:cNvPr>
          <p:cNvSpPr>
            <a:spLocks xmlns:a="http://schemas.openxmlformats.org/drawingml/2006/main" noGrp="1"/>
          </p:cNvSpPr>
          <p:nvPr/>
        </p:nvSpPr>
        <p:spPr>
          <a:xfrm xmlns:a="http://schemas.openxmlformats.org/drawingml/2006/main">
            <a:off x="4476750" y="4933950"/>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Visit site, then click the chatbot workshop.</a:t>
            </a:r>
          </a:p>
        </p:txBody>
      </p:sp>
    </p:spTree>
    <p:extLst>
      <p:ext uri="{BB962C8B-B14F-4D97-AF65-F5344CB8AC3E}">
        <p14:creationId xmlns:p14="http://schemas.microsoft.com/office/powerpoint/2010/main" val="398891925"/>
      </p:ext>
    </p:extLst>
  </p:cSld>
</p:sld>
</file>

<file path=ppt/slides/slide3.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4" name="club">
            <a:extLst xmlns:a="http://schemas.openxmlformats.org/drawingml/2006/main">
              <a:ext uri="{FF2B5EF4-FFF2-40B4-BE49-F238E27FC236}">
                <a16:creationId xmlns:a16="http://schemas.microsoft.com/office/drawing/2014/main" id="{B4EC50DC-7F40-4DF0-AD4C-53A03D406637}"/>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03E4BAF3-4E46-4487-B205-3D0C06A0154E}"/>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Edit one HTML file</a:t>
            </a:r>
          </a:p>
        </p:txBody>
      </p:sp>
      <p:sp>
        <p:nvSpPr>
          <p:cNvPr id="4" name="subheader">
            <a:extLst xmlns:a="http://schemas.openxmlformats.org/drawingml/2006/main">
              <a:ext uri="{FF2B5EF4-FFF2-40B4-BE49-F238E27FC236}">
                <a16:creationId xmlns:a16="http://schemas.microsoft.com/office/drawing/2014/main" id="{B4878439-B101-4B99-B8D0-0D10A6A52F83}"/>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Stay on GitHub in your own repository</a:t>
            </a:r>
          </a:p>
        </p:txBody>
      </p:sp>
      <p:sp>
        <p:nvSpPr>
          <p:cNvPr id="8" name="footer-page">
            <a:extLst xmlns:a="http://schemas.openxmlformats.org/drawingml/2006/main">
              <a:ext uri="{FF2B5EF4-FFF2-40B4-BE49-F238E27FC236}">
                <a16:creationId xmlns:a16="http://schemas.microsoft.com/office/drawing/2014/main" id="{008E3D44-4B38-4AF9-A814-FF598E0F2736}"/>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03 / 06</a:t>
            </a:r>
          </a:p>
        </p:txBody>
      </p:sp>
      <p:sp>
        <p:nvSpPr>
          <p:cNvPr id="9" name="lead">
            <a:extLst xmlns:a="http://schemas.openxmlformats.org/drawingml/2006/main">
              <a:ext uri="{FF2B5EF4-FFF2-40B4-BE49-F238E27FC236}">
                <a16:creationId xmlns:a16="http://schemas.microsoft.com/office/drawing/2014/main" id="{D12E5938-7A26-47FE-BAA6-BA78A948BC97}"/>
              </a:ext>
            </a:extLst>
          </p:cNvPr>
          <p:cNvSpPr>
            <a:spLocks xmlns:a="http://schemas.openxmlformats.org/drawingml/2006/main" noGrp="1"/>
          </p:cNvSpPr>
          <p:nvPr/>
        </p:nvSpPr>
        <p:spPr>
          <a:xfrm xmlns:a="http://schemas.openxmlformats.org/drawingml/2006/main">
            <a:off x="609600" y="2914650"/>
            <a:ext cx="5762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75" b="1">
                <a:solidFill>
                  <a:srgbClr val="142D32"/>
                </a:solidFill>
                <a:latin typeface="Arial"/>
                <a:ea typeface="Arial"/>
                <a:cs typeface="Arial"/>
              </a:defRPr>
            </a:pPr>
            <a:r>
              <a:rPr sz="2475" b="1">
                <a:solidFill>
                  <a:srgbClr val="142D32"/>
                </a:solidFill>
                <a:latin typeface="Arial"/>
                <a:ea typeface="Arial"/>
                <a:cs typeface="Arial"/>
              </a:rPr>
              <a:t>ai-would-you-rather/</a:t>
            </a:r>
          </a:p>
          <a:p xmlns:a="http://schemas.openxmlformats.org/drawingml/2006/main">
            <a:pPr algn="l">
              <a:buNone/>
              <a:defRPr sz="2475" b="1">
                <a:solidFill>
                  <a:srgbClr val="142D32"/>
                </a:solidFill>
                <a:latin typeface="Arial"/>
                <a:ea typeface="Arial"/>
                <a:cs typeface="Arial"/>
              </a:defRPr>
            </a:pPr>
            <a:r>
              <a:rPr sz="2475" b="1">
                <a:solidFill>
                  <a:srgbClr val="142D32"/>
                </a:solidFill>
                <a:latin typeface="Arial"/>
                <a:ea typeface="Arial"/>
                <a:cs typeface="Arial"/>
              </a:rPr>
              <a:t>index.html</a:t>
            </a:r>
          </a:p>
        </p:txBody>
      </p:sp>
      <p:sp>
        <p:nvSpPr>
          <p:cNvPr id="10" name="lead-detail">
            <a:extLst xmlns:a="http://schemas.openxmlformats.org/drawingml/2006/main">
              <a:ext uri="{FF2B5EF4-FFF2-40B4-BE49-F238E27FC236}">
                <a16:creationId xmlns:a16="http://schemas.microsoft.com/office/drawing/2014/main" id="{5F71AD43-4046-4D49-B823-17EA0FEC5825}"/>
              </a:ext>
            </a:extLst>
          </p:cNvPr>
          <p:cNvSpPr>
            <a:spLocks xmlns:a="http://schemas.openxmlformats.org/drawingml/2006/main" noGrp="1"/>
          </p:cNvSpPr>
          <p:nvPr/>
        </p:nvSpPr>
        <p:spPr>
          <a:xfrm xmlns:a="http://schemas.openxmlformats.org/drawingml/2006/main">
            <a:off x="609600" y="4448175"/>
            <a:ext cx="5391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0">
                <a:solidFill>
                  <a:srgbClr val="53686C"/>
                </a:solidFill>
                <a:latin typeface="Arial"/>
                <a:ea typeface="Arial"/>
                <a:cs typeface="Arial"/>
              </a:defRPr>
            </a:pPr>
            <a:r>
              <a:rPr sz="2175" b="0">
                <a:solidFill>
                  <a:srgbClr val="53686C"/>
                </a:solidFill>
                <a:latin typeface="Arial"/>
                <a:ea typeface="Arial"/>
                <a:cs typeface="Arial"/>
              </a:rPr>
              <a:t>Open the file.</a:t>
            </a:r>
          </a:p>
          <a:p xmlns:a="http://schemas.openxmlformats.org/drawingml/2006/main">
            <a:pPr algn="l">
              <a:buNone/>
              <a:defRPr sz="2175" b="0">
                <a:solidFill>
                  <a:srgbClr val="53686C"/>
                </a:solidFill>
                <a:latin typeface="Arial"/>
                <a:ea typeface="Arial"/>
                <a:cs typeface="Arial"/>
              </a:defRPr>
            </a:pPr>
            <a:r>
              <a:rPr sz="2175" b="0">
                <a:solidFill>
                  <a:srgbClr val="53686C"/>
                </a:solidFill>
                <a:latin typeface="Arial"/>
                <a:ea typeface="Arial"/>
                <a:cs typeface="Arial"/>
              </a:rPr>
              <a:t>Click the pencil icon.</a:t>
            </a:r>
          </a:p>
        </p:txBody>
      </p:sp>
      <p:sp>
        <p:nvSpPr>
          <p:cNvPr id="11" name="example-label">
            <a:extLst xmlns:a="http://schemas.openxmlformats.org/drawingml/2006/main">
              <a:ext uri="{FF2B5EF4-FFF2-40B4-BE49-F238E27FC236}">
                <a16:creationId xmlns:a16="http://schemas.microsoft.com/office/drawing/2014/main" id="{C0F0E3A6-C0BA-4812-A71E-EE33593570EC}"/>
              </a:ext>
            </a:extLst>
          </p:cNvPr>
          <p:cNvSpPr>
            <a:spLocks xmlns:a="http://schemas.openxmlformats.org/drawingml/2006/main" noGrp="1"/>
          </p:cNvSpPr>
          <p:nvPr/>
        </p:nvSpPr>
        <p:spPr>
          <a:xfrm xmlns:a="http://schemas.openxmlformats.org/drawingml/2006/main">
            <a:off x="6838950" y="2743200"/>
            <a:ext cx="447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1">
                <a:solidFill>
                  <a:srgbClr val="087E80"/>
                </a:solidFill>
                <a:latin typeface="Arial"/>
                <a:ea typeface="Arial"/>
                <a:cs typeface="Arial"/>
              </a:defRPr>
            </a:pPr>
            <a:r>
              <a:rPr sz="1350" b="1">
                <a:solidFill>
                  <a:srgbClr val="087E80"/>
                </a:solidFill>
                <a:latin typeface="Arial"/>
                <a:ea typeface="Arial"/>
                <a:cs typeface="Arial"/>
              </a:rPr>
              <a:t>YOUR FIRST CHANGE</a:t>
            </a:r>
          </a:p>
        </p:txBody>
      </p:sp>
      <p:sp>
        <p:nvSpPr>
          <p:cNvPr id="12" name="example">
            <a:extLst xmlns:a="http://schemas.openxmlformats.org/drawingml/2006/main">
              <a:ext uri="{FF2B5EF4-FFF2-40B4-BE49-F238E27FC236}">
                <a16:creationId xmlns:a16="http://schemas.microsoft.com/office/drawing/2014/main" id="{65C7B07F-0842-498C-AF6D-0DEAB040E8FF}"/>
              </a:ext>
            </a:extLst>
          </p:cNvPr>
          <p:cNvSpPr>
            <a:spLocks xmlns:a="http://schemas.openxmlformats.org/drawingml/2006/main" noGrp="1"/>
          </p:cNvSpPr>
          <p:nvPr/>
        </p:nvSpPr>
        <p:spPr>
          <a:xfrm xmlns:a="http://schemas.openxmlformats.org/drawingml/2006/main">
            <a:off x="6838950" y="3286125"/>
            <a:ext cx="474345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Find EDIT 2.</a:t>
            </a:r>
          </a:p>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Change the page title.</a:t>
            </a:r>
          </a:p>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Click Commit changes.</a:t>
            </a:r>
          </a:p>
        </p:txBody>
      </p:sp>
      <p:sp>
        <p:nvSpPr>
          <p:cNvPr id="13" name="example-caption">
            <a:extLst xmlns:a="http://schemas.openxmlformats.org/drawingml/2006/main">
              <a:ext uri="{FF2B5EF4-FFF2-40B4-BE49-F238E27FC236}">
                <a16:creationId xmlns:a16="http://schemas.microsoft.com/office/drawing/2014/main" id="{CDE9539E-CA88-4C9C-B91C-E62AD49DED18}"/>
              </a:ext>
            </a:extLst>
          </p:cNvPr>
          <p:cNvSpPr>
            <a:spLocks xmlns:a="http://schemas.openxmlformats.org/drawingml/2006/main" noGrp="1"/>
          </p:cNvSpPr>
          <p:nvPr/>
        </p:nvSpPr>
        <p:spPr>
          <a:xfrm xmlns:a="http://schemas.openxmlformats.org/drawingml/2006/main">
            <a:off x="6838950" y="5248275"/>
            <a:ext cx="47434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1">
                <a:solidFill>
                  <a:srgbClr val="087E80"/>
                </a:solidFill>
                <a:latin typeface="Arial"/>
                <a:ea typeface="Arial"/>
                <a:cs typeface="Arial"/>
              </a:defRPr>
            </a:pPr>
            <a:r>
              <a:rPr sz="1800" b="1">
                <a:solidFill>
                  <a:srgbClr val="087E80"/>
                </a:solidFill>
                <a:latin typeface="Arial"/>
                <a:ea typeface="Arial"/>
                <a:cs typeface="Arial"/>
              </a:rPr>
              <a:t>You can change EDIT 1’s color too.</a:t>
            </a:r>
          </a:p>
        </p:txBody>
      </p:sp>
    </p:spTree>
    <p:extLst>
      <p:ext uri="{BB962C8B-B14F-4D97-AF65-F5344CB8AC3E}">
        <p14:creationId xmlns:p14="http://schemas.microsoft.com/office/powerpoint/2010/main" val="22625506"/>
      </p:ext>
    </p:extLst>
  </p:cSld>
</p:sld>
</file>

<file path=ppt/slides/slide4.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21" name="club">
            <a:extLst xmlns:a="http://schemas.openxmlformats.org/drawingml/2006/main">
              <a:ext uri="{FF2B5EF4-FFF2-40B4-BE49-F238E27FC236}">
                <a16:creationId xmlns:a16="http://schemas.microsoft.com/office/drawing/2014/main" id="{366D60CB-0E69-4059-85C5-9B5236F59499}"/>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EF48F320-DD91-4BBA-B862-5084F2F45ADE}"/>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Connect your OpenRouter key</a:t>
            </a:r>
          </a:p>
        </p:txBody>
      </p:sp>
      <p:sp>
        <p:nvSpPr>
          <p:cNvPr id="4" name="subheader">
            <a:extLst xmlns:a="http://schemas.openxmlformats.org/drawingml/2006/main">
              <a:ext uri="{FF2B5EF4-FFF2-40B4-BE49-F238E27FC236}">
                <a16:creationId xmlns:a16="http://schemas.microsoft.com/office/drawing/2014/main" id="{5D6446FB-4749-41AC-9A7B-5675002E5DC1}"/>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Paste the key into the live game page</a:t>
            </a:r>
          </a:p>
        </p:txBody>
      </p:sp>
      <p:sp>
        <p:nvSpPr>
          <p:cNvPr id="8" name="footer-page">
            <a:extLst xmlns:a="http://schemas.openxmlformats.org/drawingml/2006/main">
              <a:ext uri="{FF2B5EF4-FFF2-40B4-BE49-F238E27FC236}">
                <a16:creationId xmlns:a16="http://schemas.microsoft.com/office/drawing/2014/main" id="{C8408FA6-E463-4CDD-B6F5-5DA963C5DA59}"/>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04 / 06</a:t>
            </a:r>
          </a:p>
        </p:txBody>
      </p:sp>
      <p:sp>
        <p:nvSpPr>
          <p:cNvPr id="9" name="number-0">
            <a:extLst xmlns:a="http://schemas.openxmlformats.org/drawingml/2006/main">
              <a:ext uri="{FF2B5EF4-FFF2-40B4-BE49-F238E27FC236}">
                <a16:creationId xmlns:a16="http://schemas.microsoft.com/office/drawing/2014/main" id="{51BDE694-C556-45C9-8B16-C8598B27536B}"/>
              </a:ext>
            </a:extLst>
          </p:cNvPr>
          <p:cNvSpPr>
            <a:spLocks xmlns:a="http://schemas.openxmlformats.org/drawingml/2006/main" noGrp="1"/>
          </p:cNvSpPr>
          <p:nvPr/>
        </p:nvSpPr>
        <p:spPr>
          <a:xfrm xmlns:a="http://schemas.openxmlformats.org/drawingml/2006/main">
            <a:off x="609600" y="2762250"/>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01</a:t>
            </a:r>
          </a:p>
        </p:txBody>
      </p:sp>
      <p:sp>
        <p:nvSpPr>
          <p:cNvPr id="10" name="label-0">
            <a:extLst xmlns:a="http://schemas.openxmlformats.org/drawingml/2006/main">
              <a:ext uri="{FF2B5EF4-FFF2-40B4-BE49-F238E27FC236}">
                <a16:creationId xmlns:a16="http://schemas.microsoft.com/office/drawing/2014/main" id="{E901CE81-5B34-4D37-86AA-33C33C0D7159}"/>
              </a:ext>
            </a:extLst>
          </p:cNvPr>
          <p:cNvSpPr>
            <a:spLocks xmlns:a="http://schemas.openxmlformats.org/drawingml/2006/main" noGrp="1"/>
          </p:cNvSpPr>
          <p:nvPr/>
        </p:nvSpPr>
        <p:spPr>
          <a:xfrm xmlns:a="http://schemas.openxmlformats.org/drawingml/2006/main">
            <a:off x="1638300" y="276225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Create a key</a:t>
            </a:r>
          </a:p>
        </p:txBody>
      </p:sp>
      <p:sp>
        <p:nvSpPr>
          <p:cNvPr id="11" name="detail-0">
            <a:extLst xmlns:a="http://schemas.openxmlformats.org/drawingml/2006/main">
              <a:ext uri="{FF2B5EF4-FFF2-40B4-BE49-F238E27FC236}">
                <a16:creationId xmlns:a16="http://schemas.microsoft.com/office/drawing/2014/main" id="{BD0ED1E0-713C-4C6D-929D-E0FBED8AF2E8}"/>
              </a:ext>
            </a:extLst>
          </p:cNvPr>
          <p:cNvSpPr>
            <a:spLocks xmlns:a="http://schemas.openxmlformats.org/drawingml/2006/main" noGrp="1"/>
          </p:cNvSpPr>
          <p:nvPr/>
        </p:nvSpPr>
        <p:spPr>
          <a:xfrm xmlns:a="http://schemas.openxmlformats.org/drawingml/2006/main">
            <a:off x="4476750" y="2790825"/>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openrouter.ai/settings/keys &gt; Create Key</a:t>
            </a:r>
          </a:p>
        </p:txBody>
      </p:sp>
      <p:sp>
        <p:nvSpPr>
          <p:cNvPr id="12" name="number-1">
            <a:extLst xmlns:a="http://schemas.openxmlformats.org/drawingml/2006/main">
              <a:ext uri="{FF2B5EF4-FFF2-40B4-BE49-F238E27FC236}">
                <a16:creationId xmlns:a16="http://schemas.microsoft.com/office/drawing/2014/main" id="{AD5A7334-AE57-4202-9AFA-95A3587926EB}"/>
              </a:ext>
            </a:extLst>
          </p:cNvPr>
          <p:cNvSpPr>
            <a:spLocks xmlns:a="http://schemas.openxmlformats.org/drawingml/2006/main" noGrp="1"/>
          </p:cNvSpPr>
          <p:nvPr/>
        </p:nvSpPr>
        <p:spPr>
          <a:xfrm xmlns:a="http://schemas.openxmlformats.org/drawingml/2006/main">
            <a:off x="609600" y="3476625"/>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02</a:t>
            </a:r>
          </a:p>
        </p:txBody>
      </p:sp>
      <p:sp>
        <p:nvSpPr>
          <p:cNvPr id="13" name="label-1">
            <a:extLst xmlns:a="http://schemas.openxmlformats.org/drawingml/2006/main">
              <a:ext uri="{FF2B5EF4-FFF2-40B4-BE49-F238E27FC236}">
                <a16:creationId xmlns:a16="http://schemas.microsoft.com/office/drawing/2014/main" id="{103D2AB4-FD59-4411-8C36-0103588CA6F2}"/>
              </a:ext>
            </a:extLst>
          </p:cNvPr>
          <p:cNvSpPr>
            <a:spLocks xmlns:a="http://schemas.openxmlformats.org/drawingml/2006/main" noGrp="1"/>
          </p:cNvSpPr>
          <p:nvPr/>
        </p:nvSpPr>
        <p:spPr>
          <a:xfrm xmlns:a="http://schemas.openxmlformats.org/drawingml/2006/main">
            <a:off x="1638300" y="347662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Open the bot</a:t>
            </a:r>
          </a:p>
        </p:txBody>
      </p:sp>
      <p:sp>
        <p:nvSpPr>
          <p:cNvPr id="14" name="detail-1">
            <a:extLst xmlns:a="http://schemas.openxmlformats.org/drawingml/2006/main">
              <a:ext uri="{FF2B5EF4-FFF2-40B4-BE49-F238E27FC236}">
                <a16:creationId xmlns:a16="http://schemas.microsoft.com/office/drawing/2014/main" id="{A5914C25-27E7-47D8-9ACC-EFCE8E16BC3D}"/>
              </a:ext>
            </a:extLst>
          </p:cNvPr>
          <p:cNvSpPr>
            <a:spLocks xmlns:a="http://schemas.openxmlformats.org/drawingml/2006/main" noGrp="1"/>
          </p:cNvSpPr>
          <p:nvPr/>
        </p:nvSpPr>
        <p:spPr>
          <a:xfrm xmlns:a="http://schemas.openxmlformats.org/drawingml/2006/main">
            <a:off x="4476750" y="3505200"/>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Click “Give me a dilemma” on your site.</a:t>
            </a:r>
          </a:p>
        </p:txBody>
      </p:sp>
      <p:sp>
        <p:nvSpPr>
          <p:cNvPr id="15" name="number-2">
            <a:extLst xmlns:a="http://schemas.openxmlformats.org/drawingml/2006/main">
              <a:ext uri="{FF2B5EF4-FFF2-40B4-BE49-F238E27FC236}">
                <a16:creationId xmlns:a16="http://schemas.microsoft.com/office/drawing/2014/main" id="{48C15E34-16CE-4F28-B10B-104872F8D180}"/>
              </a:ext>
            </a:extLst>
          </p:cNvPr>
          <p:cNvSpPr>
            <a:spLocks xmlns:a="http://schemas.openxmlformats.org/drawingml/2006/main" noGrp="1"/>
          </p:cNvSpPr>
          <p:nvPr/>
        </p:nvSpPr>
        <p:spPr>
          <a:xfrm xmlns:a="http://schemas.openxmlformats.org/drawingml/2006/main">
            <a:off x="609600" y="4191000"/>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03</a:t>
            </a:r>
          </a:p>
        </p:txBody>
      </p:sp>
      <p:sp>
        <p:nvSpPr>
          <p:cNvPr id="16" name="label-2">
            <a:extLst xmlns:a="http://schemas.openxmlformats.org/drawingml/2006/main">
              <a:ext uri="{FF2B5EF4-FFF2-40B4-BE49-F238E27FC236}">
                <a16:creationId xmlns:a16="http://schemas.microsoft.com/office/drawing/2014/main" id="{2D9E683A-398A-4AB2-AA79-A9276DCE23D4}"/>
              </a:ext>
            </a:extLst>
          </p:cNvPr>
          <p:cNvSpPr>
            <a:spLocks xmlns:a="http://schemas.openxmlformats.org/drawingml/2006/main" noGrp="1"/>
          </p:cNvSpPr>
          <p:nvPr/>
        </p:nvSpPr>
        <p:spPr>
          <a:xfrm xmlns:a="http://schemas.openxmlformats.org/drawingml/2006/main">
            <a:off x="1638300" y="419100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Use your key</a:t>
            </a:r>
          </a:p>
        </p:txBody>
      </p:sp>
      <p:sp>
        <p:nvSpPr>
          <p:cNvPr id="17" name="detail-2">
            <a:extLst xmlns:a="http://schemas.openxmlformats.org/drawingml/2006/main">
              <a:ext uri="{FF2B5EF4-FFF2-40B4-BE49-F238E27FC236}">
                <a16:creationId xmlns:a16="http://schemas.microsoft.com/office/drawing/2014/main" id="{86AC9DF9-265A-4051-90FA-C86F9F89C9A9}"/>
              </a:ext>
            </a:extLst>
          </p:cNvPr>
          <p:cNvSpPr>
            <a:spLocks xmlns:a="http://schemas.openxmlformats.org/drawingml/2006/main" noGrp="1"/>
          </p:cNvSpPr>
          <p:nvPr/>
        </p:nvSpPr>
        <p:spPr>
          <a:xfrm xmlns:a="http://schemas.openxmlformats.org/drawingml/2006/main">
            <a:off x="4476750" y="4219575"/>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Paste into the key field. Click Use my key.</a:t>
            </a:r>
          </a:p>
        </p:txBody>
      </p:sp>
      <p:sp>
        <p:nvSpPr>
          <p:cNvPr id="18" name="number-3">
            <a:extLst xmlns:a="http://schemas.openxmlformats.org/drawingml/2006/main">
              <a:ext uri="{FF2B5EF4-FFF2-40B4-BE49-F238E27FC236}">
                <a16:creationId xmlns:a16="http://schemas.microsoft.com/office/drawing/2014/main" id="{B815891C-F9E3-4E7E-9B17-326932EE6564}"/>
              </a:ext>
            </a:extLst>
          </p:cNvPr>
          <p:cNvSpPr>
            <a:spLocks xmlns:a="http://schemas.openxmlformats.org/drawingml/2006/main" noGrp="1"/>
          </p:cNvSpPr>
          <p:nvPr/>
        </p:nvSpPr>
        <p:spPr>
          <a:xfrm xmlns:a="http://schemas.openxmlformats.org/drawingml/2006/main">
            <a:off x="609600" y="4905375"/>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04</a:t>
            </a:r>
          </a:p>
        </p:txBody>
      </p:sp>
      <p:sp>
        <p:nvSpPr>
          <p:cNvPr id="19" name="label-3">
            <a:extLst xmlns:a="http://schemas.openxmlformats.org/drawingml/2006/main">
              <a:ext uri="{FF2B5EF4-FFF2-40B4-BE49-F238E27FC236}">
                <a16:creationId xmlns:a16="http://schemas.microsoft.com/office/drawing/2014/main" id="{D16D2124-C19D-4287-BA72-4BAFA52DD5C6}"/>
              </a:ext>
            </a:extLst>
          </p:cNvPr>
          <p:cNvSpPr>
            <a:spLocks xmlns:a="http://schemas.openxmlformats.org/drawingml/2006/main" noGrp="1"/>
          </p:cNvSpPr>
          <p:nvPr/>
        </p:nvSpPr>
        <p:spPr>
          <a:xfrm xmlns:a="http://schemas.openxmlformats.org/drawingml/2006/main">
            <a:off x="1638300" y="490537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Send a theme</a:t>
            </a:r>
          </a:p>
        </p:txBody>
      </p:sp>
      <p:sp>
        <p:nvSpPr>
          <p:cNvPr id="20" name="detail-3">
            <a:extLst xmlns:a="http://schemas.openxmlformats.org/drawingml/2006/main">
              <a:ext uri="{FF2B5EF4-FFF2-40B4-BE49-F238E27FC236}">
                <a16:creationId xmlns:a16="http://schemas.microsoft.com/office/drawing/2014/main" id="{9219B99F-90F8-4C32-9F2B-5F01F554F722}"/>
              </a:ext>
            </a:extLst>
          </p:cNvPr>
          <p:cNvSpPr>
            <a:spLocks xmlns:a="http://schemas.openxmlformats.org/drawingml/2006/main" noGrp="1"/>
          </p:cNvSpPr>
          <p:nvPr/>
        </p:nvSpPr>
        <p:spPr>
          <a:xfrm xmlns:a="http://schemas.openxmlformats.org/drawingml/2006/main">
            <a:off x="4476750" y="4933950"/>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Try “superpowers”, then press Send.</a:t>
            </a:r>
          </a:p>
        </p:txBody>
      </p:sp>
    </p:spTree>
    <p:extLst>
      <p:ext uri="{BB962C8B-B14F-4D97-AF65-F5344CB8AC3E}">
        <p14:creationId xmlns:p14="http://schemas.microsoft.com/office/powerpoint/2010/main" val="398891925"/>
      </p:ext>
    </p:extLst>
  </p:cSld>
</p:sld>
</file>

<file path=ppt/slides/slide5.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5" name="club">
            <a:extLst xmlns:a="http://schemas.openxmlformats.org/drawingml/2006/main">
              <a:ext uri="{FF2B5EF4-FFF2-40B4-BE49-F238E27FC236}">
                <a16:creationId xmlns:a16="http://schemas.microsoft.com/office/drawing/2014/main" id="{9E83BF3D-4E04-49A2-A99B-2303192D1937}"/>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A66A34A4-4A81-42D5-B58A-9B73C21546DF}"/>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Change the bot instructions</a:t>
            </a:r>
          </a:p>
        </p:txBody>
      </p:sp>
      <p:sp>
        <p:nvSpPr>
          <p:cNvPr id="4" name="subheader">
            <a:extLst xmlns:a="http://schemas.openxmlformats.org/drawingml/2006/main">
              <a:ext uri="{FF2B5EF4-FFF2-40B4-BE49-F238E27FC236}">
                <a16:creationId xmlns:a16="http://schemas.microsoft.com/office/drawing/2014/main" id="{C1B0794C-E341-4380-9A7B-1FBF40F989AC}"/>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Back on GitHub, edit the same index.html</a:t>
            </a:r>
          </a:p>
        </p:txBody>
      </p:sp>
      <p:sp>
        <p:nvSpPr>
          <p:cNvPr id="8" name="footer-page">
            <a:extLst xmlns:a="http://schemas.openxmlformats.org/drawingml/2006/main">
              <a:ext uri="{FF2B5EF4-FFF2-40B4-BE49-F238E27FC236}">
                <a16:creationId xmlns:a16="http://schemas.microsoft.com/office/drawing/2014/main" id="{28852A21-0BEF-4D32-B0EF-ED940BEFFFA1}"/>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05 / 06</a:t>
            </a:r>
          </a:p>
        </p:txBody>
      </p:sp>
      <p:sp>
        <p:nvSpPr>
          <p:cNvPr id="9" name="left-label">
            <a:extLst xmlns:a="http://schemas.openxmlformats.org/drawingml/2006/main">
              <a:ext uri="{FF2B5EF4-FFF2-40B4-BE49-F238E27FC236}">
                <a16:creationId xmlns:a16="http://schemas.microsoft.com/office/drawing/2014/main" id="{14E39621-3B97-4313-AF9C-62C6D82598D7}"/>
              </a:ext>
            </a:extLst>
          </p:cNvPr>
          <p:cNvSpPr>
            <a:spLocks xmlns:a="http://schemas.openxmlformats.org/drawingml/2006/main" noGrp="1"/>
          </p:cNvSpPr>
          <p:nvPr/>
        </p:nvSpPr>
        <p:spPr>
          <a:xfrm xmlns:a="http://schemas.openxmlformats.org/drawingml/2006/main">
            <a:off x="609600" y="2752725"/>
            <a:ext cx="499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1">
                <a:solidFill>
                  <a:srgbClr val="53686C"/>
                </a:solidFill>
                <a:latin typeface="Arial"/>
                <a:ea typeface="Arial"/>
                <a:cs typeface="Arial"/>
              </a:defRPr>
            </a:pPr>
            <a:r>
              <a:rPr sz="1425" b="1">
                <a:solidFill>
                  <a:srgbClr val="53686C"/>
                </a:solidFill>
                <a:latin typeface="Arial"/>
                <a:ea typeface="Arial"/>
                <a:cs typeface="Arial"/>
              </a:rPr>
              <a:t>FIND EDIT 3</a:t>
            </a:r>
          </a:p>
        </p:txBody>
      </p:sp>
      <p:sp>
        <p:nvSpPr>
          <p:cNvPr id="10" name="left-prompt">
            <a:extLst xmlns:a="http://schemas.openxmlformats.org/drawingml/2006/main">
              <a:ext uri="{FF2B5EF4-FFF2-40B4-BE49-F238E27FC236}">
                <a16:creationId xmlns:a16="http://schemas.microsoft.com/office/drawing/2014/main" id="{F5C4BD44-0293-4300-88D1-582D0C509FBE}"/>
              </a:ext>
            </a:extLst>
          </p:cNvPr>
          <p:cNvSpPr>
            <a:spLocks xmlns:a="http://schemas.openxmlformats.org/drawingml/2006/main" noGrp="1"/>
          </p:cNvSpPr>
          <p:nvPr/>
        </p:nvSpPr>
        <p:spPr>
          <a:xfrm xmlns:a="http://schemas.openxmlformats.org/drawingml/2006/main">
            <a:off x="609600" y="3314700"/>
            <a:ext cx="5238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Only use food themes.</a:t>
            </a:r>
          </a:p>
          <a:p xmlns:a="http://schemas.openxmlformats.org/drawingml/2006/main">
            <a:pPr algn="l">
              <a:buNone/>
              <a:defRPr sz="2700" b="1">
                <a:solidFill>
                  <a:srgbClr val="142D32"/>
                </a:solidFill>
                <a:latin typeface="Arial"/>
                <a:ea typeface="Arial"/>
                <a:cs typeface="Arial"/>
              </a:defRPr>
            </a:pPr>
            <a:r>
              <a:rPr sz="2700" b="1">
                <a:solidFill>
                  <a:srgbClr val="142D32"/>
                </a:solidFill>
                <a:latin typeface="Arial"/>
                <a:ea typeface="Arial"/>
                <a:cs typeface="Arial"/>
              </a:rPr>
              <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Make both choices ridiculous.</a:t>
            </a:r>
          </a:p>
          <a:p xmlns:a="http://schemas.openxmlformats.org/drawingml/2006/main">
            <a:pPr algn="l">
              <a:buNone/>
              <a:defRPr sz="2700" b="1">
                <a:solidFill>
                  <a:srgbClr val="142D32"/>
                </a:solidFill>
                <a:latin typeface="Arial"/>
                <a:ea typeface="Arial"/>
                <a:cs typeface="Arial"/>
              </a:defRPr>
            </a:pPr>
            <a:r>
              <a:rPr sz="2700" b="1">
                <a:solidFill>
                  <a:srgbClr val="142D32"/>
                </a:solidFill>
                <a:latin typeface="Arial"/>
                <a:ea typeface="Arial"/>
                <a:cs typeface="Arial"/>
              </a:rPr>
              <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Keep each choice one sentence.</a:t>
            </a:r>
          </a:p>
        </p:txBody>
      </p:sp>
      <p:sp>
        <p:nvSpPr>
          <p:cNvPr id="11" name="left-caption">
            <a:extLst xmlns:a="http://schemas.openxmlformats.org/drawingml/2006/main">
              <a:ext uri="{FF2B5EF4-FFF2-40B4-BE49-F238E27FC236}">
                <a16:creationId xmlns:a16="http://schemas.microsoft.com/office/drawing/2014/main" id="{25D8FBD5-2925-42B1-A10D-32015BA93D47}"/>
              </a:ext>
            </a:extLst>
          </p:cNvPr>
          <p:cNvSpPr>
            <a:spLocks xmlns:a="http://schemas.openxmlformats.org/drawingml/2006/main" noGrp="1"/>
          </p:cNvSpPr>
          <p:nvPr/>
        </p:nvSpPr>
        <p:spPr>
          <a:xfrm xmlns:a="http://schemas.openxmlformats.org/drawingml/2006/main">
            <a:off x="609600" y="5524500"/>
            <a:ext cx="5334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53686C"/>
                </a:solidFill>
                <a:latin typeface="Arial"/>
                <a:ea typeface="Arial"/>
                <a:cs typeface="Arial"/>
              </a:defRPr>
            </a:pPr>
            <a:r>
              <a:rPr sz="1800" b="0">
                <a:solidFill>
                  <a:srgbClr val="53686C"/>
                </a:solidFill>
                <a:latin typeface="Arial"/>
                <a:ea typeface="Arial"/>
                <a:cs typeface="Arial"/>
              </a:rPr>
              <a:t>Change the text inside INSTRUCTIONS.</a:t>
            </a:r>
          </a:p>
        </p:txBody>
      </p:sp>
      <p:sp>
        <p:nvSpPr>
          <p:cNvPr id="12" name="right-label">
            <a:extLst xmlns:a="http://schemas.openxmlformats.org/drawingml/2006/main">
              <a:ext uri="{FF2B5EF4-FFF2-40B4-BE49-F238E27FC236}">
                <a16:creationId xmlns:a16="http://schemas.microsoft.com/office/drawing/2014/main" id="{03B0C3C5-AB47-47C5-86F9-888C436E1B3E}"/>
              </a:ext>
            </a:extLst>
          </p:cNvPr>
          <p:cNvSpPr>
            <a:spLocks xmlns:a="http://schemas.openxmlformats.org/drawingml/2006/main" noGrp="1"/>
          </p:cNvSpPr>
          <p:nvPr/>
        </p:nvSpPr>
        <p:spPr>
          <a:xfrm xmlns:a="http://schemas.openxmlformats.org/drawingml/2006/main">
            <a:off x="6610350" y="2752725"/>
            <a:ext cx="4972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1">
                <a:solidFill>
                  <a:srgbClr val="087E80"/>
                </a:solidFill>
                <a:latin typeface="Arial"/>
                <a:ea typeface="Arial"/>
                <a:cs typeface="Arial"/>
              </a:defRPr>
            </a:pPr>
            <a:r>
              <a:rPr sz="1425" b="1">
                <a:solidFill>
                  <a:srgbClr val="087E80"/>
                </a:solidFill>
                <a:latin typeface="Arial"/>
                <a:ea typeface="Arial"/>
                <a:cs typeface="Arial"/>
              </a:rPr>
              <a:t>KEEP THE CODE AROUND IT</a:t>
            </a:r>
          </a:p>
        </p:txBody>
      </p:sp>
      <p:sp>
        <p:nvSpPr>
          <p:cNvPr id="13" name="right-prompt">
            <a:extLst xmlns:a="http://schemas.openxmlformats.org/drawingml/2006/main">
              <a:ext uri="{FF2B5EF4-FFF2-40B4-BE49-F238E27FC236}">
                <a16:creationId xmlns:a16="http://schemas.microsoft.com/office/drawing/2014/main" id="{59F90D52-9B1C-4538-8AA2-B3B63DC2FB4F}"/>
              </a:ext>
            </a:extLst>
          </p:cNvPr>
          <p:cNvSpPr>
            <a:spLocks xmlns:a="http://schemas.openxmlformats.org/drawingml/2006/main" noGrp="1"/>
          </p:cNvSpPr>
          <p:nvPr/>
        </p:nvSpPr>
        <p:spPr>
          <a:xfrm xmlns:a="http://schemas.openxmlformats.org/drawingml/2006/main">
            <a:off x="6610350" y="3314700"/>
            <a:ext cx="49720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Keep the backticks.</a:t>
            </a:r>
          </a:p>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Edit the instruction text.</a:t>
            </a:r>
          </a:p>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Click Commit changes.</a:t>
            </a:r>
          </a:p>
        </p:txBody>
      </p:sp>
      <p:sp>
        <p:nvSpPr>
          <p:cNvPr id="14" name="right-caption">
            <a:extLst xmlns:a="http://schemas.openxmlformats.org/drawingml/2006/main">
              <a:ext uri="{FF2B5EF4-FFF2-40B4-BE49-F238E27FC236}">
                <a16:creationId xmlns:a16="http://schemas.microsoft.com/office/drawing/2014/main" id="{5B07DFD3-E43F-4008-8F22-CC5D5DF20D5C}"/>
              </a:ext>
            </a:extLst>
          </p:cNvPr>
          <p:cNvSpPr>
            <a:spLocks xmlns:a="http://schemas.openxmlformats.org/drawingml/2006/main" noGrp="1"/>
          </p:cNvSpPr>
          <p:nvPr/>
        </p:nvSpPr>
        <p:spPr>
          <a:xfrm xmlns:a="http://schemas.openxmlformats.org/drawingml/2006/main">
            <a:off x="6610350" y="5524500"/>
            <a:ext cx="4972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53686C"/>
                </a:solidFill>
                <a:latin typeface="Arial"/>
                <a:ea typeface="Arial"/>
                <a:cs typeface="Arial"/>
              </a:defRPr>
            </a:pPr>
            <a:r>
              <a:rPr sz="1800" b="0">
                <a:solidFill>
                  <a:srgbClr val="53686C"/>
                </a:solidFill>
                <a:latin typeface="Arial"/>
                <a:ea typeface="Arial"/>
                <a:cs typeface="Arial"/>
              </a:rPr>
              <a:t>Predict how the answer will change.</a:t>
            </a:r>
          </a:p>
        </p:txBody>
      </p:sp>
    </p:spTree>
    <p:extLst>
      <p:ext uri="{BB962C8B-B14F-4D97-AF65-F5344CB8AC3E}">
        <p14:creationId xmlns:p14="http://schemas.microsoft.com/office/powerpoint/2010/main" val="1499610271"/>
      </p:ext>
    </p:extLst>
  </p:cSld>
</p:sld>
</file>

<file path=ppt/slides/slide6.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1" name="club">
            <a:extLst xmlns:a="http://schemas.openxmlformats.org/drawingml/2006/main">
              <a:ext uri="{FF2B5EF4-FFF2-40B4-BE49-F238E27FC236}">
                <a16:creationId xmlns:a16="http://schemas.microsoft.com/office/drawing/2014/main" id="{30F3744F-9046-463F-9D84-F322F7F45C2F}"/>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8B46E0BB-21F9-4F6E-9206-F8237D0B2A5A}"/>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Your updated game</a:t>
            </a:r>
          </a:p>
        </p:txBody>
      </p:sp>
      <p:sp>
        <p:nvSpPr>
          <p:cNvPr id="4" name="subheader">
            <a:extLst xmlns:a="http://schemas.openxmlformats.org/drawingml/2006/main">
              <a:ext uri="{FF2B5EF4-FFF2-40B4-BE49-F238E27FC236}">
                <a16:creationId xmlns:a16="http://schemas.microsoft.com/office/drawing/2014/main" id="{C71F0A53-F290-49BB-BABC-015CF06D9A95}"/>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Wait for publishing, then refresh the live page</a:t>
            </a:r>
          </a:p>
        </p:txBody>
      </p:sp>
      <p:sp>
        <p:nvSpPr>
          <p:cNvPr id="8" name="footer-page">
            <a:extLst xmlns:a="http://schemas.openxmlformats.org/drawingml/2006/main">
              <a:ext uri="{FF2B5EF4-FFF2-40B4-BE49-F238E27FC236}">
                <a16:creationId xmlns:a16="http://schemas.microsoft.com/office/drawing/2014/main" id="{CCD84621-7C73-4823-A9C6-1F09A22F351D}"/>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06 / 06</a:t>
            </a:r>
          </a:p>
        </p:txBody>
      </p:sp>
      <p:sp>
        <p:nvSpPr>
          <p:cNvPr id="9" name="reflection-question">
            <a:extLst xmlns:a="http://schemas.openxmlformats.org/drawingml/2006/main">
              <a:ext uri="{FF2B5EF4-FFF2-40B4-BE49-F238E27FC236}">
                <a16:creationId xmlns:a16="http://schemas.microsoft.com/office/drawing/2014/main" id="{8F356028-E54E-4957-A85C-A4E198C06721}"/>
              </a:ext>
            </a:extLst>
          </p:cNvPr>
          <p:cNvSpPr>
            <a:spLocks xmlns:a="http://schemas.openxmlformats.org/drawingml/2006/main" noGrp="1"/>
          </p:cNvSpPr>
          <p:nvPr/>
        </p:nvSpPr>
        <p:spPr>
          <a:xfrm xmlns:a="http://schemas.openxmlformats.org/drawingml/2006/main">
            <a:off x="609600" y="28479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300" b="1">
                <a:solidFill>
                  <a:srgbClr val="142D32"/>
                </a:solidFill>
                <a:latin typeface="Arial"/>
                <a:ea typeface="Arial"/>
                <a:cs typeface="Arial"/>
              </a:defRPr>
            </a:pPr>
            <a:r>
              <a:rPr sz="3300" b="1">
                <a:solidFill>
                  <a:srgbClr val="142D32"/>
                </a:solidFill>
                <a:latin typeface="Arial"/>
                <a:ea typeface="Arial"/>
                <a:cs typeface="Arial"/>
              </a:rPr>
              <a:t>Which would you choose?</a:t>
            </a:r>
          </a:p>
          <a:p xmlns:a="http://schemas.openxmlformats.org/drawingml/2006/main">
            <a:pPr algn="l">
              <a:buNone/>
              <a:defRPr sz="3300" b="1">
                <a:solidFill>
                  <a:srgbClr val="142D32"/>
                </a:solidFill>
                <a:latin typeface="Arial"/>
                <a:ea typeface="Arial"/>
                <a:cs typeface="Arial"/>
              </a:defRPr>
            </a:pPr>
            <a:r>
              <a:rPr sz="3300" b="1">
                <a:solidFill>
                  <a:srgbClr val="142D32"/>
                </a:solidFill>
                <a:latin typeface="Arial"/>
                <a:ea typeface="Arial"/>
                <a:cs typeface="Arial"/>
              </a:rPr>
              <a:t>Did your edit make it more fun?</a:t>
            </a:r>
          </a:p>
        </p:txBody>
      </p:sp>
      <p:sp>
        <p:nvSpPr>
          <p:cNvPr id="10" name="reflection-next">
            <a:extLst xmlns:a="http://schemas.openxmlformats.org/drawingml/2006/main">
              <a:ext uri="{FF2B5EF4-FFF2-40B4-BE49-F238E27FC236}">
                <a16:creationId xmlns:a16="http://schemas.microsoft.com/office/drawing/2014/main" id="{3B7A4D94-60A1-4091-8FB4-FA4060EB0668}"/>
              </a:ext>
            </a:extLst>
          </p:cNvPr>
          <p:cNvSpPr>
            <a:spLocks xmlns:a="http://schemas.openxmlformats.org/drawingml/2006/main" noGrp="1"/>
          </p:cNvSpPr>
          <p:nvPr/>
        </p:nvSpPr>
        <p:spPr>
          <a:xfrm xmlns:a="http://schemas.openxmlformats.org/drawingml/2006/main">
            <a:off x="638175" y="4781550"/>
            <a:ext cx="109442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1">
                <a:solidFill>
                  <a:srgbClr val="087E80"/>
                </a:solidFill>
                <a:latin typeface="Arial"/>
                <a:ea typeface="Arial"/>
                <a:cs typeface="Arial"/>
              </a:defRPr>
            </a:pPr>
            <a:r>
              <a:rPr sz="2025" b="1">
                <a:solidFill>
                  <a:srgbClr val="087E80"/>
                </a:solidFill>
                <a:latin typeface="Arial"/>
                <a:ea typeface="Arial"/>
                <a:cs typeface="Arial"/>
              </a:rPr>
              <a:t>Refresh clears your key. Paste it again to use AI.</a:t>
            </a:r>
          </a:p>
        </p:txBody>
      </p:sp>
    </p:spTree>
    <p:extLst>
      <p:ext uri="{BB962C8B-B14F-4D97-AF65-F5344CB8AC3E}">
        <p14:creationId xmlns:p14="http://schemas.microsoft.com/office/powerpoint/2010/main" val="20709373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2026-10-01T00:38:56.6010000Z</dcterms:created>
  <dcterms:modified xsi:type="dcterms:W3CDTF">2026-10-01T00:38:56.6010000Z</dcterms:modified>
</coreProperties>
</file>