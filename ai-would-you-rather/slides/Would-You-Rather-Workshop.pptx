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53e7ccf5764990" /><Relationship Type="http://schemas.openxmlformats.org/officeDocument/2006/relationships/extended-properties" Target="/docProps/app.xml" Id="Rc915d0fff53a4929" /><Relationship Type="http://schemas.openxmlformats.org/officeDocument/2006/relationships/officeDocument" Target="/ppt/presentation.xml" Id="R9fe352224de1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d2650c470c47fa"/>
  </p:sldMasterIdLst>
  <p:notesMasterIdLst>
    <p:notesMasterId xmlns:r="http://schemas.openxmlformats.org/officeDocument/2006/relationships" r:id="R2fca263ded0e4aa8"/>
  </p:notesMasterIdLst>
  <p:sldIdLst>
    <p:sldId xmlns:r="http://schemas.openxmlformats.org/officeDocument/2006/relationships" id="256" r:id="R515fd91bdfe940f3"/>
    <p:sldId xmlns:r="http://schemas.openxmlformats.org/officeDocument/2006/relationships" id="257" r:id="R4358c52b5c7b43eb"/>
    <p:sldId xmlns:r="http://schemas.openxmlformats.org/officeDocument/2006/relationships" id="258" r:id="R684f15a3e0a04053"/>
    <p:sldId xmlns:r="http://schemas.openxmlformats.org/officeDocument/2006/relationships" id="259" r:id="Rb2a6b8bfcb034c82"/>
    <p:sldId xmlns:r="http://schemas.openxmlformats.org/officeDocument/2006/relationships" id="260" r:id="Rca0871017c9c4734"/>
    <p:sldId xmlns:r="http://schemas.openxmlformats.org/officeDocument/2006/relationships" id="261" r:id="Rb986d3a1357948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a633d8d9ec435c" /><Relationship Type="http://schemas.openxmlformats.org/officeDocument/2006/relationships/slideMaster" Target="/ppt/slideMasters/slideMaster1.xml" Id="Rf1d2650c470c47fa" /><Relationship Type="http://schemas.openxmlformats.org/officeDocument/2006/relationships/notesMaster" Target="/ppt/notesMasters/notesMaster1.xml" Id="R2fca263ded0e4aa8" /><Relationship Type="http://schemas.openxmlformats.org/officeDocument/2006/relationships/presProps" Target="/ppt/presProps.xml" Id="R63f2b663c9bf42d4" /><Relationship Type="http://schemas.openxmlformats.org/officeDocument/2006/relationships/tableStyles" Target="/ppt/tableStyles.xml" Id="Rc7615856dee84e46" /><Relationship Type="http://schemas.openxmlformats.org/officeDocument/2006/relationships/slide" Target="/ppt/slides/slide1.xml" Id="R515fd91bdfe940f3" /><Relationship Type="http://schemas.openxmlformats.org/officeDocument/2006/relationships/slide" Target="/ppt/slides/slide2.xml" Id="R4358c52b5c7b43eb" /><Relationship Type="http://schemas.openxmlformats.org/officeDocument/2006/relationships/slide" Target="/ppt/slides/slide3.xml" Id="R684f15a3e0a04053" /><Relationship Type="http://schemas.openxmlformats.org/officeDocument/2006/relationships/slide" Target="/ppt/slides/slide4.xml" Id="Rb2a6b8bfcb034c82" /><Relationship Type="http://schemas.openxmlformats.org/officeDocument/2006/relationships/slide" Target="/ppt/slides/slide5.xml" Id="Rca0871017c9c4734" /><Relationship Type="http://schemas.openxmlformats.org/officeDocument/2006/relationships/slide" Target="/ppt/slides/slide6.xml" Id="Rb986d3a1357948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e30a04fc674d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69aa216bd74526" /><Relationship Type="http://schemas.openxmlformats.org/officeDocument/2006/relationships/notesMaster" Target="/ppt/notesMasters/notesMaster1.xml" Id="Rff28fa1b2e1f46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cebe28daf94ddb" /><Relationship Type="http://schemas.openxmlformats.org/officeDocument/2006/relationships/notesMaster" Target="/ppt/notesMasters/notesMaster1.xml" Id="Rbd8afd6057794f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0c84cf0daf4e18" /><Relationship Type="http://schemas.openxmlformats.org/officeDocument/2006/relationships/notesMaster" Target="/ppt/notesMasters/notesMaster1.xml" Id="R211d564609344a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99349ef1534628" /><Relationship Type="http://schemas.openxmlformats.org/officeDocument/2006/relationships/notesMaster" Target="/ppt/notesMasters/notesMaster1.xml" Id="Rba0dceb1a06c40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4253e659e746a9" /><Relationship Type="http://schemas.openxmlformats.org/officeDocument/2006/relationships/notesMaster" Target="/ppt/notesMasters/notesMaster1.xml" Id="R5ff506137ea4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001415f77c46eb" /><Relationship Type="http://schemas.openxmlformats.org/officeDocument/2006/relationships/notesMaster" Target="/ppt/notesMasters/notesMaster1.xml" Id="R4ef3d74f1fab4f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activity uses GitHub Pages only. The simple game uses built-in questions, not AI. The advanced example has a fixed demo and can later connect to an API. Keep roughly 20 minutes for editing and testing with sign-in and initial publication prepared.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your own fork. Project-site URLs include the repository name. Source: https://docs.github.com/en/pages/getting-started-with-github-pages/what-is-github-pages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original page working. The button counts clicks in browser memory and resets on refresh. The published site is different from the GitHub code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Built-in questions work without accounts or network requests. Next question cycles through the selected theme. Changing theme resets the question. Everyone can propose a pair and explain their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../ for a link home from the child page. Root-relative links such as /my-page/ skip the repository prefix on GitHub project sites; use my-page/ from the root page. This is a static page route, not a server API endpoint. Adjust copied links when moving a page into a subfolder.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advanced demo is fixed and labeled. Real AI needs a private backend on a provider of your choice. GitHub Pages alone cannot privately use an API key or execute a live API route. The optional advanced README contains one backend example; it is not required for this workshop. For a new local folder use GitHub Desktop Add local repository, create a repository here if needed, then Publish repository. The root README includes complete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2311e1f1247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9cf9a7f65546f8" /><Relationship Type="http://schemas.openxmlformats.org/officeDocument/2006/relationships/slideLayout" Target="/ppt/slideLayouts/slideLayout1.xml" Id="R23f167f64fa8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f167f64fa8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852854d706a4f92"/><Relationship Type="http://schemas.openxmlformats.org/officeDocument/2006/relationships/notesSlide" Target="/ppt/notesSlides/notesSlide1.xml" Id="R9ac23f3f08664542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496085b7d794c95"/><Relationship Type="http://schemas.openxmlformats.org/officeDocument/2006/relationships/notesSlide" Target="/ppt/notesSlides/notesSlide2.xml" Id="Rf1509ab588eb461d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5690f5fbb0f4d5b"/><Relationship Type="http://schemas.openxmlformats.org/officeDocument/2006/relationships/notesSlide" Target="/ppt/notesSlides/notesSlide3.xml" Id="R2a581e055b80443f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cebe450cd8f4d5c"/><Relationship Type="http://schemas.openxmlformats.org/officeDocument/2006/relationships/notesSlide" Target="/ppt/notesSlides/notesSlide4.xml" Id="R87eec819803245a0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e1520c3ae6141f4"/><Relationship Type="http://schemas.openxmlformats.org/officeDocument/2006/relationships/notesSlide" Target="/ppt/notesSlides/notesSlide5.xml" Id="R8f9955b4c62a408b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f57d8cb4aaa4d75"/><Relationship Type="http://schemas.openxmlformats.org/officeDocument/2006/relationships/notesSlide" Target="/ppt/notesSlides/notesSlide6.xml" Id="R7c67f2a6354e4ce3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lub">
            <a:extLst xmlns:a="http://schemas.openxmlformats.org/drawingml/2006/main">
              <a:ext uri="{FF2B5EF4-FFF2-40B4-BE49-F238E27FC236}">
                <a16:creationId xmlns:a16="http://schemas.microsoft.com/office/drawing/2014/main" id="{366D60CB-0E69-4059-85C5-9B5236F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UConn AI Club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48F320-DD91-4BBA-B862-5084F2F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Your website, with room to explore</a:t>
            </a:r>
          </a:p>
        </p:txBody>
      </p:sp>
      <p:sp>
        <p:nvSpPr>
          <p:cNvPr id="4" name="subheader">
            <a:extLst xmlns:a="http://schemas.openxmlformats.org/drawingml/2006/main">
              <a:ext uri="{FF2B5EF4-FFF2-40B4-BE49-F238E27FC236}">
                <a16:creationId xmlns:a16="http://schemas.microsoft.com/office/drawing/2014/main" id="{5D6446FB-4749-41AC-9A7B-5675002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One GitHub repository. Three pages. No terminal needed.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8408FA6-E463-4CDD-B6F5-5DA963C5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  <p:sp>
        <p:nvSpPr>
          <p:cNvPr id="9" name="number-0">
            <a:extLst xmlns:a="http://schemas.openxmlformats.org/drawingml/2006/main">
              <a:ext uri="{FF2B5EF4-FFF2-40B4-BE49-F238E27FC236}">
                <a16:creationId xmlns:a16="http://schemas.microsoft.com/office/drawing/2014/main" id="{51BDE694-C556-45C9-8B16-C8598B27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abel-0">
            <a:extLst xmlns:a="http://schemas.openxmlformats.org/drawingml/2006/main">
              <a:ext uri="{FF2B5EF4-FFF2-40B4-BE49-F238E27FC236}">
                <a16:creationId xmlns:a16="http://schemas.microsoft.com/office/drawing/2014/main" id="{E901CE81-5B34-4D37-86AA-33C33C0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Original page</a:t>
            </a:r>
          </a:p>
        </p:txBody>
      </p:sp>
      <p:sp>
        <p:nvSpPr>
          <p:cNvPr id="11" name="detail-0">
            <a:extLst xmlns:a="http://schemas.openxmlformats.org/drawingml/2006/main">
              <a:ext uri="{FF2B5EF4-FFF2-40B4-BE49-F238E27FC236}">
                <a16:creationId xmlns:a16="http://schemas.microsoft.com/office/drawing/2014/main" id="{BD0ED1E0-713C-4C6D-929D-E0FBED8A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9082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index.html → heading, colors, and a click counter</a:t>
            </a:r>
          </a:p>
        </p:txBody>
      </p:sp>
      <p:sp>
        <p:nvSpPr>
          <p:cNvPr id="12" name="number-1">
            <a:extLst xmlns:a="http://schemas.openxmlformats.org/drawingml/2006/main">
              <a:ext uri="{FF2B5EF4-FFF2-40B4-BE49-F238E27FC236}">
                <a16:creationId xmlns:a16="http://schemas.microsoft.com/office/drawing/2014/main" id="{AD5A7334-AE57-4202-9AFA-95A3587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label-1">
            <a:extLst xmlns:a="http://schemas.openxmlformats.org/drawingml/2006/main">
              <a:ext uri="{FF2B5EF4-FFF2-40B4-BE49-F238E27FC236}">
                <a16:creationId xmlns:a16="http://schemas.microsoft.com/office/drawing/2014/main" id="{103D2AB4-FD59-4411-8C36-0103588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766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Simple game</a:t>
            </a:r>
          </a:p>
        </p:txBody>
      </p:sp>
      <p:sp>
        <p:nvSpPr>
          <p:cNvPr id="14" name="detail-1">
            <a:extLst xmlns:a="http://schemas.openxmlformats.org/drawingml/2006/main">
              <a:ext uri="{FF2B5EF4-FFF2-40B4-BE49-F238E27FC236}">
                <a16:creationId xmlns:a16="http://schemas.microsoft.com/office/drawing/2014/main" id="{A5914C25-27E7-47D8-9ACC-EFCE8E1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game/index.html → pick a theme and vote</a:t>
            </a:r>
          </a:p>
        </p:txBody>
      </p:sp>
      <p:sp>
        <p:nvSpPr>
          <p:cNvPr id="15" name="number-2">
            <a:extLst xmlns:a="http://schemas.openxmlformats.org/drawingml/2006/main">
              <a:ext uri="{FF2B5EF4-FFF2-40B4-BE49-F238E27FC236}">
                <a16:creationId xmlns:a16="http://schemas.microsoft.com/office/drawing/2014/main" id="{48C15E34-16CE-4F28-B10B-104872F8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label-2">
            <a:extLst xmlns:a="http://schemas.openxmlformats.org/drawingml/2006/main">
              <a:ext uri="{FF2B5EF4-FFF2-40B4-BE49-F238E27FC236}">
                <a16:creationId xmlns:a16="http://schemas.microsoft.com/office/drawing/2014/main" id="{2D9E683A-398A-4AB2-AA79-A9276DC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91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Advanced example</a:t>
            </a:r>
          </a:p>
        </p:txBody>
      </p:sp>
      <p:sp>
        <p:nvSpPr>
          <p:cNvPr id="17" name="detail-2">
            <a:extLst xmlns:a="http://schemas.openxmlformats.org/drawingml/2006/main">
              <a:ext uri="{FF2B5EF4-FFF2-40B4-BE49-F238E27FC236}">
                <a16:creationId xmlns:a16="http://schemas.microsoft.com/office/drawing/2014/main" id="{86AC9DF9-265A-4051-90FA-C86F9F8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ai-would-you-rather/index.html → chatbot demo</a:t>
            </a:r>
          </a:p>
        </p:txBody>
      </p:sp>
      <p:sp>
        <p:nvSpPr>
          <p:cNvPr id="18" name="number-3">
            <a:extLst xmlns:a="http://schemas.openxmlformats.org/drawingml/2006/main">
              <a:ext uri="{FF2B5EF4-FFF2-40B4-BE49-F238E27FC236}">
                <a16:creationId xmlns:a16="http://schemas.microsoft.com/office/drawing/2014/main" id="{B815891C-F9E3-4E7E-9B17-326932E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label-3">
            <a:extLst xmlns:a="http://schemas.openxmlformats.org/drawingml/2006/main">
              <a:ext uri="{FF2B5EF4-FFF2-40B4-BE49-F238E27FC236}">
                <a16:creationId xmlns:a16="http://schemas.microsoft.com/office/drawing/2014/main" id="{D16D2124-C19D-4287-BA72-4BAFA52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05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Your next page</a:t>
            </a:r>
          </a:p>
        </p:txBody>
      </p:sp>
      <p:sp>
        <p:nvSpPr>
          <p:cNvPr id="20" name="detail-3">
            <a:extLst xmlns:a="http://schemas.openxmlformats.org/drawingml/2006/main">
              <a:ext uri="{FF2B5EF4-FFF2-40B4-BE49-F238E27FC236}">
                <a16:creationId xmlns:a16="http://schemas.microsoft.com/office/drawing/2014/main" id="{9219B99F-90F8-4C32-9F2B-5F01F554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Add a folder with its own index.html</a:t>
            </a:r>
          </a:p>
        </p:txBody>
      </p:sp>
    </p:spTree>
    <p:extLst>
      <p:ext uri="{BB962C8B-B14F-4D97-AF65-F5344CB8AC3E}">
        <p14:creationId xmlns:p14="http://schemas.microsoft.com/office/powerpoint/2010/main" val="398891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lub">
            <a:extLst xmlns:a="http://schemas.openxmlformats.org/drawingml/2006/main">
              <a:ext uri="{FF2B5EF4-FFF2-40B4-BE49-F238E27FC236}">
                <a16:creationId xmlns:a16="http://schemas.microsoft.com/office/drawing/2014/main" id="{366D60CB-0E69-4059-85C5-9B5236F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UConn AI Club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48F320-DD91-4BBA-B862-5084F2F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Publish your GitHub website</a:t>
            </a:r>
          </a:p>
        </p:txBody>
      </p:sp>
      <p:sp>
        <p:nvSpPr>
          <p:cNvPr id="4" name="subheader">
            <a:extLst xmlns:a="http://schemas.openxmlformats.org/drawingml/2006/main">
              <a:ext uri="{FF2B5EF4-FFF2-40B4-BE49-F238E27FC236}">
                <a16:creationId xmlns:a16="http://schemas.microsoft.com/office/drawing/2014/main" id="{5D6446FB-4749-41AC-9A7B-5675002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Already published? Open your site and continue.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8408FA6-E463-4CDD-B6F5-5DA963C5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9" name="number-0">
            <a:extLst xmlns:a="http://schemas.openxmlformats.org/drawingml/2006/main">
              <a:ext uri="{FF2B5EF4-FFF2-40B4-BE49-F238E27FC236}">
                <a16:creationId xmlns:a16="http://schemas.microsoft.com/office/drawing/2014/main" id="{51BDE694-C556-45C9-8B16-C8598B27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abel-0">
            <a:extLst xmlns:a="http://schemas.openxmlformats.org/drawingml/2006/main">
              <a:ext uri="{FF2B5EF4-FFF2-40B4-BE49-F238E27FC236}">
                <a16:creationId xmlns:a16="http://schemas.microsoft.com/office/drawing/2014/main" id="{E901CE81-5B34-4D37-86AA-33C33C0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Your own copy</a:t>
            </a:r>
          </a:p>
        </p:txBody>
      </p:sp>
      <p:sp>
        <p:nvSpPr>
          <p:cNvPr id="11" name="detail-0">
            <a:extLst xmlns:a="http://schemas.openxmlformats.org/drawingml/2006/main">
              <a:ext uri="{FF2B5EF4-FFF2-40B4-BE49-F238E27FC236}">
                <a16:creationId xmlns:a16="http://schemas.microsoft.com/office/drawing/2014/main" id="{BD0ED1E0-713C-4C6D-929D-E0FBED8A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9082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github.com/Casper3211/Static-Page-Demo → Fork</a:t>
            </a:r>
          </a:p>
        </p:txBody>
      </p:sp>
      <p:sp>
        <p:nvSpPr>
          <p:cNvPr id="12" name="number-1">
            <a:extLst xmlns:a="http://schemas.openxmlformats.org/drawingml/2006/main">
              <a:ext uri="{FF2B5EF4-FFF2-40B4-BE49-F238E27FC236}">
                <a16:creationId xmlns:a16="http://schemas.microsoft.com/office/drawing/2014/main" id="{AD5A7334-AE57-4202-9AFA-95A3587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label-1">
            <a:extLst xmlns:a="http://schemas.openxmlformats.org/drawingml/2006/main">
              <a:ext uri="{FF2B5EF4-FFF2-40B4-BE49-F238E27FC236}">
                <a16:creationId xmlns:a16="http://schemas.microsoft.com/office/drawing/2014/main" id="{103D2AB4-FD59-4411-8C36-0103588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766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Open settings</a:t>
            </a:r>
          </a:p>
        </p:txBody>
      </p:sp>
      <p:sp>
        <p:nvSpPr>
          <p:cNvPr id="14" name="detail-1">
            <a:extLst xmlns:a="http://schemas.openxmlformats.org/drawingml/2006/main">
              <a:ext uri="{FF2B5EF4-FFF2-40B4-BE49-F238E27FC236}">
                <a16:creationId xmlns:a16="http://schemas.microsoft.com/office/drawing/2014/main" id="{A5914C25-27E7-47D8-9ACC-EFCE8E1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Settings → Pages → Deploy from a branch</a:t>
            </a:r>
          </a:p>
        </p:txBody>
      </p:sp>
      <p:sp>
        <p:nvSpPr>
          <p:cNvPr id="15" name="number-2">
            <a:extLst xmlns:a="http://schemas.openxmlformats.org/drawingml/2006/main">
              <a:ext uri="{FF2B5EF4-FFF2-40B4-BE49-F238E27FC236}">
                <a16:creationId xmlns:a16="http://schemas.microsoft.com/office/drawing/2014/main" id="{48C15E34-16CE-4F28-B10B-104872F8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label-2">
            <a:extLst xmlns:a="http://schemas.openxmlformats.org/drawingml/2006/main">
              <a:ext uri="{FF2B5EF4-FFF2-40B4-BE49-F238E27FC236}">
                <a16:creationId xmlns:a16="http://schemas.microsoft.com/office/drawing/2014/main" id="{2D9E683A-398A-4AB2-AA79-A9276DC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91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Choose the source</a:t>
            </a:r>
          </a:p>
        </p:txBody>
      </p:sp>
      <p:sp>
        <p:nvSpPr>
          <p:cNvPr id="17" name="detail-2">
            <a:extLst xmlns:a="http://schemas.openxmlformats.org/drawingml/2006/main">
              <a:ext uri="{FF2B5EF4-FFF2-40B4-BE49-F238E27FC236}">
                <a16:creationId xmlns:a16="http://schemas.microsoft.com/office/drawing/2014/main" id="{86AC9DF9-265A-4051-90FA-C86F9F8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main → /(root) → Save</a:t>
            </a:r>
          </a:p>
        </p:txBody>
      </p:sp>
      <p:sp>
        <p:nvSpPr>
          <p:cNvPr id="18" name="number-3">
            <a:extLst xmlns:a="http://schemas.openxmlformats.org/drawingml/2006/main">
              <a:ext uri="{FF2B5EF4-FFF2-40B4-BE49-F238E27FC236}">
                <a16:creationId xmlns:a16="http://schemas.microsoft.com/office/drawing/2014/main" id="{B815891C-F9E3-4E7E-9B17-326932E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label-3">
            <a:extLst xmlns:a="http://schemas.openxmlformats.org/drawingml/2006/main">
              <a:ext uri="{FF2B5EF4-FFF2-40B4-BE49-F238E27FC236}">
                <a16:creationId xmlns:a16="http://schemas.microsoft.com/office/drawing/2014/main" id="{D16D2124-C19D-4287-BA72-4BAFA52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05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Visit your site</a:t>
            </a:r>
          </a:p>
        </p:txBody>
      </p:sp>
      <p:sp>
        <p:nvSpPr>
          <p:cNvPr id="20" name="detail-3">
            <a:extLst xmlns:a="http://schemas.openxmlformats.org/drawingml/2006/main">
              <a:ext uri="{FF2B5EF4-FFF2-40B4-BE49-F238E27FC236}">
                <a16:creationId xmlns:a16="http://schemas.microsoft.com/office/drawing/2014/main" id="{9219B99F-90F8-4C32-9F2B-5F01F554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Wait for publication → Visit site → Say hello</a:t>
            </a:r>
          </a:p>
        </p:txBody>
      </p:sp>
    </p:spTree>
    <p:extLst>
      <p:ext uri="{BB962C8B-B14F-4D97-AF65-F5344CB8AC3E}">
        <p14:creationId xmlns:p14="http://schemas.microsoft.com/office/powerpoint/2010/main" val="398891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lub">
            <a:extLst xmlns:a="http://schemas.openxmlformats.org/drawingml/2006/main">
              <a:ext uri="{FF2B5EF4-FFF2-40B4-BE49-F238E27FC236}">
                <a16:creationId xmlns:a16="http://schemas.microsoft.com/office/drawing/2014/main" id="{366D60CB-0E69-4059-85C5-9B5236F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UConn AI Club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48F320-DD91-4BBA-B862-5084F2F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Change the original page</a:t>
            </a:r>
          </a:p>
        </p:txBody>
      </p:sp>
      <p:sp>
        <p:nvSpPr>
          <p:cNvPr id="4" name="subheader">
            <a:extLst xmlns:a="http://schemas.openxmlformats.org/drawingml/2006/main">
              <a:ext uri="{FF2B5EF4-FFF2-40B4-BE49-F238E27FC236}">
                <a16:creationId xmlns:a16="http://schemas.microsoft.com/office/drawing/2014/main" id="{5D6446FB-4749-41AC-9A7B-5675002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Keep the HTML tags. Change the text between them.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8408FA6-E463-4CDD-B6F5-5DA963C5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sp>
        <p:nvSpPr>
          <p:cNvPr id="9" name="number-0">
            <a:extLst xmlns:a="http://schemas.openxmlformats.org/drawingml/2006/main">
              <a:ext uri="{FF2B5EF4-FFF2-40B4-BE49-F238E27FC236}">
                <a16:creationId xmlns:a16="http://schemas.microsoft.com/office/drawing/2014/main" id="{51BDE694-C556-45C9-8B16-C8598B27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abel-0">
            <a:extLst xmlns:a="http://schemas.openxmlformats.org/drawingml/2006/main">
              <a:ext uri="{FF2B5EF4-FFF2-40B4-BE49-F238E27FC236}">
                <a16:creationId xmlns:a16="http://schemas.microsoft.com/office/drawing/2014/main" id="{E901CE81-5B34-4D37-86AA-33C33C0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Open the file</a:t>
            </a:r>
          </a:p>
        </p:txBody>
      </p:sp>
      <p:sp>
        <p:nvSpPr>
          <p:cNvPr id="11" name="detail-0">
            <a:extLst xmlns:a="http://schemas.openxmlformats.org/drawingml/2006/main">
              <a:ext uri="{FF2B5EF4-FFF2-40B4-BE49-F238E27FC236}">
                <a16:creationId xmlns:a16="http://schemas.microsoft.com/office/drawing/2014/main" id="{BD0ED1E0-713C-4C6D-929D-E0FBED8A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9082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In your repository, click index.html</a:t>
            </a:r>
          </a:p>
        </p:txBody>
      </p:sp>
      <p:sp>
        <p:nvSpPr>
          <p:cNvPr id="12" name="number-1">
            <a:extLst xmlns:a="http://schemas.openxmlformats.org/drawingml/2006/main">
              <a:ext uri="{FF2B5EF4-FFF2-40B4-BE49-F238E27FC236}">
                <a16:creationId xmlns:a16="http://schemas.microsoft.com/office/drawing/2014/main" id="{AD5A7334-AE57-4202-9AFA-95A3587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label-1">
            <a:extLst xmlns:a="http://schemas.openxmlformats.org/drawingml/2006/main">
              <a:ext uri="{FF2B5EF4-FFF2-40B4-BE49-F238E27FC236}">
                <a16:creationId xmlns:a16="http://schemas.microsoft.com/office/drawing/2014/main" id="{103D2AB4-FD59-4411-8C36-0103588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766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Edit the heading</a:t>
            </a:r>
          </a:p>
        </p:txBody>
      </p:sp>
      <p:sp>
        <p:nvSpPr>
          <p:cNvPr id="14" name="detail-1">
            <a:extLst xmlns:a="http://schemas.openxmlformats.org/drawingml/2006/main">
              <a:ext uri="{FF2B5EF4-FFF2-40B4-BE49-F238E27FC236}">
                <a16:creationId xmlns:a16="http://schemas.microsoft.com/office/drawing/2014/main" id="{A5914C25-27E7-47D8-9ACC-EFCE8E1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Click the pencil → find Hello, world.</a:t>
            </a:r>
          </a:p>
        </p:txBody>
      </p:sp>
      <p:sp>
        <p:nvSpPr>
          <p:cNvPr id="15" name="number-2">
            <a:extLst xmlns:a="http://schemas.openxmlformats.org/drawingml/2006/main">
              <a:ext uri="{FF2B5EF4-FFF2-40B4-BE49-F238E27FC236}">
                <a16:creationId xmlns:a16="http://schemas.microsoft.com/office/drawing/2014/main" id="{48C15E34-16CE-4F28-B10B-104872F8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label-2">
            <a:extLst xmlns:a="http://schemas.openxmlformats.org/drawingml/2006/main">
              <a:ext uri="{FF2B5EF4-FFF2-40B4-BE49-F238E27FC236}">
                <a16:creationId xmlns:a16="http://schemas.microsoft.com/office/drawing/2014/main" id="{2D9E683A-398A-4AB2-AA79-A9276DC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91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Save your change</a:t>
            </a:r>
          </a:p>
        </p:txBody>
      </p:sp>
      <p:sp>
        <p:nvSpPr>
          <p:cNvPr id="17" name="detail-2">
            <a:extLst xmlns:a="http://schemas.openxmlformats.org/drawingml/2006/main">
              <a:ext uri="{FF2B5EF4-FFF2-40B4-BE49-F238E27FC236}">
                <a16:creationId xmlns:a16="http://schemas.microsoft.com/office/drawing/2014/main" id="{86AC9DF9-265A-4051-90FA-C86F9F8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Write your own heading → Commit changes</a:t>
            </a:r>
          </a:p>
        </p:txBody>
      </p:sp>
      <p:sp>
        <p:nvSpPr>
          <p:cNvPr id="18" name="number-3">
            <a:extLst xmlns:a="http://schemas.openxmlformats.org/drawingml/2006/main">
              <a:ext uri="{FF2B5EF4-FFF2-40B4-BE49-F238E27FC236}">
                <a16:creationId xmlns:a16="http://schemas.microsoft.com/office/drawing/2014/main" id="{B815891C-F9E3-4E7E-9B17-326932E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label-3">
            <a:extLst xmlns:a="http://schemas.openxmlformats.org/drawingml/2006/main">
              <a:ext uri="{FF2B5EF4-FFF2-40B4-BE49-F238E27FC236}">
                <a16:creationId xmlns:a16="http://schemas.microsoft.com/office/drawing/2014/main" id="{D16D2124-C19D-4287-BA72-4BAFA52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05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Check your website</a:t>
            </a:r>
          </a:p>
        </p:txBody>
      </p:sp>
      <p:sp>
        <p:nvSpPr>
          <p:cNvPr id="20" name="detail-3">
            <a:extLst xmlns:a="http://schemas.openxmlformats.org/drawingml/2006/main">
              <a:ext uri="{FF2B5EF4-FFF2-40B4-BE49-F238E27FC236}">
                <a16:creationId xmlns:a16="http://schemas.microsoft.com/office/drawing/2014/main" id="{9219B99F-90F8-4C32-9F2B-5F01F554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Wait for Pages → refresh → test Say hello</a:t>
            </a:r>
          </a:p>
        </p:txBody>
      </p:sp>
    </p:spTree>
    <p:extLst>
      <p:ext uri="{BB962C8B-B14F-4D97-AF65-F5344CB8AC3E}">
        <p14:creationId xmlns:p14="http://schemas.microsoft.com/office/powerpoint/2010/main" val="398891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lub">
            <a:extLst xmlns:a="http://schemas.openxmlformats.org/drawingml/2006/main">
              <a:ext uri="{FF2B5EF4-FFF2-40B4-BE49-F238E27FC236}">
                <a16:creationId xmlns:a16="http://schemas.microsoft.com/office/drawing/2014/main" id="{366D60CB-0E69-4059-85C5-9B5236F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UConn AI Club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48F320-DD91-4BBA-B862-5084F2F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Make your own game questions</a:t>
            </a:r>
          </a:p>
        </p:txBody>
      </p:sp>
      <p:sp>
        <p:nvSpPr>
          <p:cNvPr id="4" name="subheader">
            <a:extLst xmlns:a="http://schemas.openxmlformats.org/drawingml/2006/main">
              <a:ext uri="{FF2B5EF4-FFF2-40B4-BE49-F238E27FC236}">
                <a16:creationId xmlns:a16="http://schemas.microsoft.com/office/drawing/2014/main" id="{5D6446FB-4749-41AC-9A7B-5675002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Open game/index.html → pencil → find const questions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8408FA6-E463-4CDD-B6F5-5DA963C5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sp>
        <p:nvSpPr>
          <p:cNvPr id="9" name="number-0">
            <a:extLst xmlns:a="http://schemas.openxmlformats.org/drawingml/2006/main">
              <a:ext uri="{FF2B5EF4-FFF2-40B4-BE49-F238E27FC236}">
                <a16:creationId xmlns:a16="http://schemas.microsoft.com/office/drawing/2014/main" id="{51BDE694-C556-45C9-8B16-C8598B27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abel-0">
            <a:extLst xmlns:a="http://schemas.openxmlformats.org/drawingml/2006/main">
              <a:ext uri="{FF2B5EF4-FFF2-40B4-BE49-F238E27FC236}">
                <a16:creationId xmlns:a16="http://schemas.microsoft.com/office/drawing/2014/main" id="{E901CE81-5B34-4D37-86AA-33C33C0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Choose a theme</a:t>
            </a:r>
          </a:p>
        </p:txBody>
      </p:sp>
      <p:sp>
        <p:nvSpPr>
          <p:cNvPr id="11" name="detail-0">
            <a:extLst xmlns:a="http://schemas.openxmlformats.org/drawingml/2006/main">
              <a:ext uri="{FF2B5EF4-FFF2-40B4-BE49-F238E27FC236}">
                <a16:creationId xmlns:a16="http://schemas.microsoft.com/office/drawing/2014/main" id="{BD0ED1E0-713C-4C6D-929D-E0FBED8A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9082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Look for powers, campus, or food</a:t>
            </a:r>
          </a:p>
        </p:txBody>
      </p:sp>
      <p:sp>
        <p:nvSpPr>
          <p:cNvPr id="12" name="number-1">
            <a:extLst xmlns:a="http://schemas.openxmlformats.org/drawingml/2006/main">
              <a:ext uri="{FF2B5EF4-FFF2-40B4-BE49-F238E27FC236}">
                <a16:creationId xmlns:a16="http://schemas.microsoft.com/office/drawing/2014/main" id="{AD5A7334-AE57-4202-9AFA-95A3587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label-1">
            <a:extLst xmlns:a="http://schemas.openxmlformats.org/drawingml/2006/main">
              <a:ext uri="{FF2B5EF4-FFF2-40B4-BE49-F238E27FC236}">
                <a16:creationId xmlns:a16="http://schemas.microsoft.com/office/drawing/2014/main" id="{103D2AB4-FD59-4411-8C36-0103588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766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Write two choices</a:t>
            </a:r>
          </a:p>
        </p:txBody>
      </p:sp>
      <p:sp>
        <p:nvSpPr>
          <p:cNvPr id="14" name="detail-1">
            <a:extLst xmlns:a="http://schemas.openxmlformats.org/drawingml/2006/main">
              <a:ext uri="{FF2B5EF4-FFF2-40B4-BE49-F238E27FC236}">
                <a16:creationId xmlns:a16="http://schemas.microsoft.com/office/drawing/2014/main" id="{A5914C25-27E7-47D8-9ACC-EFCE8E1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Replace one pair of questions with your own</a:t>
            </a:r>
          </a:p>
        </p:txBody>
      </p:sp>
      <p:sp>
        <p:nvSpPr>
          <p:cNvPr id="15" name="number-2">
            <a:extLst xmlns:a="http://schemas.openxmlformats.org/drawingml/2006/main">
              <a:ext uri="{FF2B5EF4-FFF2-40B4-BE49-F238E27FC236}">
                <a16:creationId xmlns:a16="http://schemas.microsoft.com/office/drawing/2014/main" id="{48C15E34-16CE-4F28-B10B-104872F8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label-2">
            <a:extLst xmlns:a="http://schemas.openxmlformats.org/drawingml/2006/main">
              <a:ext uri="{FF2B5EF4-FFF2-40B4-BE49-F238E27FC236}">
                <a16:creationId xmlns:a16="http://schemas.microsoft.com/office/drawing/2014/main" id="{2D9E683A-398A-4AB2-AA79-A9276DC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91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Keep the structure</a:t>
            </a:r>
          </a:p>
        </p:txBody>
      </p:sp>
      <p:sp>
        <p:nvSpPr>
          <p:cNvPr id="17" name="detail-2">
            <a:extLst xmlns:a="http://schemas.openxmlformats.org/drawingml/2006/main">
              <a:ext uri="{FF2B5EF4-FFF2-40B4-BE49-F238E27FC236}">
                <a16:creationId xmlns:a16="http://schemas.microsoft.com/office/drawing/2014/main" id="{86AC9DF9-265A-4051-90FA-C86F9F8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Keep the quotation marks, commas, and brackets</a:t>
            </a:r>
          </a:p>
        </p:txBody>
      </p:sp>
      <p:sp>
        <p:nvSpPr>
          <p:cNvPr id="18" name="number-3">
            <a:extLst xmlns:a="http://schemas.openxmlformats.org/drawingml/2006/main">
              <a:ext uri="{FF2B5EF4-FFF2-40B4-BE49-F238E27FC236}">
                <a16:creationId xmlns:a16="http://schemas.microsoft.com/office/drawing/2014/main" id="{B815891C-F9E3-4E7E-9B17-326932E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label-3">
            <a:extLst xmlns:a="http://schemas.openxmlformats.org/drawingml/2006/main">
              <a:ext uri="{FF2B5EF4-FFF2-40B4-BE49-F238E27FC236}">
                <a16:creationId xmlns:a16="http://schemas.microsoft.com/office/drawing/2014/main" id="{D16D2124-C19D-4287-BA72-4BAFA52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05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Publish and play</a:t>
            </a:r>
          </a:p>
        </p:txBody>
      </p:sp>
      <p:sp>
        <p:nvSpPr>
          <p:cNvPr id="20" name="detail-3">
            <a:extLst xmlns:a="http://schemas.openxmlformats.org/drawingml/2006/main">
              <a:ext uri="{FF2B5EF4-FFF2-40B4-BE49-F238E27FC236}">
                <a16:creationId xmlns:a16="http://schemas.microsoft.com/office/drawing/2014/main" id="{9219B99F-90F8-4C32-9F2B-5F01F554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Commit → wait → open game → choose A or B</a:t>
            </a:r>
          </a:p>
        </p:txBody>
      </p:sp>
    </p:spTree>
    <p:extLst>
      <p:ext uri="{BB962C8B-B14F-4D97-AF65-F5344CB8AC3E}">
        <p14:creationId xmlns:p14="http://schemas.microsoft.com/office/powerpoint/2010/main" val="398891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lub">
            <a:extLst xmlns:a="http://schemas.openxmlformats.org/drawingml/2006/main">
              <a:ext uri="{FF2B5EF4-FFF2-40B4-BE49-F238E27FC236}">
                <a16:creationId xmlns:a16="http://schemas.microsoft.com/office/drawing/2014/main" id="{366D60CB-0E69-4059-85C5-9B5236F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UConn AI Club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48F320-DD91-4BBA-B862-5084F2F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Add another page to the website</a:t>
            </a:r>
          </a:p>
        </p:txBody>
      </p:sp>
      <p:sp>
        <p:nvSpPr>
          <p:cNvPr id="4" name="subheader">
            <a:extLst xmlns:a="http://schemas.openxmlformats.org/drawingml/2006/main">
              <a:ext uri="{FF2B5EF4-FFF2-40B4-BE49-F238E27FC236}">
                <a16:creationId xmlns:a16="http://schemas.microsoft.com/office/drawing/2014/main" id="{5D6446FB-4749-41AC-9A7B-5675002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A folder with index.html gives you a new static route.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8408FA6-E463-4CDD-B6F5-5DA963C5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9" name="number-0">
            <a:extLst xmlns:a="http://schemas.openxmlformats.org/drawingml/2006/main">
              <a:ext uri="{FF2B5EF4-FFF2-40B4-BE49-F238E27FC236}">
                <a16:creationId xmlns:a16="http://schemas.microsoft.com/office/drawing/2014/main" id="{51BDE694-C556-45C9-8B16-C8598B27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abel-0">
            <a:extLst xmlns:a="http://schemas.openxmlformats.org/drawingml/2006/main">
              <a:ext uri="{FF2B5EF4-FFF2-40B4-BE49-F238E27FC236}">
                <a16:creationId xmlns:a16="http://schemas.microsoft.com/office/drawing/2014/main" id="{E901CE81-5B34-4D37-86AA-33C33C0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Create a file</a:t>
            </a:r>
          </a:p>
        </p:txBody>
      </p:sp>
      <p:sp>
        <p:nvSpPr>
          <p:cNvPr id="11" name="detail-0">
            <a:extLst xmlns:a="http://schemas.openxmlformats.org/drawingml/2006/main">
              <a:ext uri="{FF2B5EF4-FFF2-40B4-BE49-F238E27FC236}">
                <a16:creationId xmlns:a16="http://schemas.microsoft.com/office/drawing/2014/main" id="{BD0ED1E0-713C-4C6D-929D-E0FBED8A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9082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Add file → Create new file → my-page/index.html</a:t>
            </a:r>
          </a:p>
        </p:txBody>
      </p:sp>
      <p:sp>
        <p:nvSpPr>
          <p:cNvPr id="12" name="number-1">
            <a:extLst xmlns:a="http://schemas.openxmlformats.org/drawingml/2006/main">
              <a:ext uri="{FF2B5EF4-FFF2-40B4-BE49-F238E27FC236}">
                <a16:creationId xmlns:a16="http://schemas.microsoft.com/office/drawing/2014/main" id="{AD5A7334-AE57-4202-9AFA-95A3587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label-1">
            <a:extLst xmlns:a="http://schemas.openxmlformats.org/drawingml/2006/main">
              <a:ext uri="{FF2B5EF4-FFF2-40B4-BE49-F238E27FC236}">
                <a16:creationId xmlns:a16="http://schemas.microsoft.com/office/drawing/2014/main" id="{103D2AB4-FD59-4411-8C36-0103588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766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Add your content</a:t>
            </a:r>
          </a:p>
        </p:txBody>
      </p:sp>
      <p:sp>
        <p:nvSpPr>
          <p:cNvPr id="14" name="detail-1">
            <a:extLst xmlns:a="http://schemas.openxmlformats.org/drawingml/2006/main">
              <a:ext uri="{FF2B5EF4-FFF2-40B4-BE49-F238E27FC236}">
                <a16:creationId xmlns:a16="http://schemas.microsoft.com/office/drawing/2014/main" id="{A5914C25-27E7-47D8-9ACC-EFCE8E1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Copy the original HTML → change heading → Commit</a:t>
            </a:r>
          </a:p>
        </p:txBody>
      </p:sp>
      <p:sp>
        <p:nvSpPr>
          <p:cNvPr id="15" name="number-2">
            <a:extLst xmlns:a="http://schemas.openxmlformats.org/drawingml/2006/main">
              <a:ext uri="{FF2B5EF4-FFF2-40B4-BE49-F238E27FC236}">
                <a16:creationId xmlns:a16="http://schemas.microsoft.com/office/drawing/2014/main" id="{48C15E34-16CE-4F28-B10B-104872F8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label-2">
            <a:extLst xmlns:a="http://schemas.openxmlformats.org/drawingml/2006/main">
              <a:ext uri="{FF2B5EF4-FFF2-40B4-BE49-F238E27FC236}">
                <a16:creationId xmlns:a16="http://schemas.microsoft.com/office/drawing/2014/main" id="{2D9E683A-398A-4AB2-AA79-A9276DC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91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Link from home</a:t>
            </a:r>
          </a:p>
        </p:txBody>
      </p:sp>
      <p:sp>
        <p:nvSpPr>
          <p:cNvPr id="17" name="detail-2">
            <a:extLst xmlns:a="http://schemas.openxmlformats.org/drawingml/2006/main">
              <a:ext uri="{FF2B5EF4-FFF2-40B4-BE49-F238E27FC236}">
                <a16:creationId xmlns:a16="http://schemas.microsoft.com/office/drawing/2014/main" id="{86AC9DF9-265A-4051-90FA-C86F9F8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In root index.html: &lt;a href="my-page/"&gt;My page&lt;/a&gt;</a:t>
            </a:r>
          </a:p>
        </p:txBody>
      </p:sp>
      <p:sp>
        <p:nvSpPr>
          <p:cNvPr id="18" name="number-3">
            <a:extLst xmlns:a="http://schemas.openxmlformats.org/drawingml/2006/main">
              <a:ext uri="{FF2B5EF4-FFF2-40B4-BE49-F238E27FC236}">
                <a16:creationId xmlns:a16="http://schemas.microsoft.com/office/drawing/2014/main" id="{B815891C-F9E3-4E7E-9B17-326932E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label-3">
            <a:extLst xmlns:a="http://schemas.openxmlformats.org/drawingml/2006/main">
              <a:ext uri="{FF2B5EF4-FFF2-40B4-BE49-F238E27FC236}">
                <a16:creationId xmlns:a16="http://schemas.microsoft.com/office/drawing/2014/main" id="{D16D2124-C19D-4287-BA72-4BAFA52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05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Open your route</a:t>
            </a:r>
          </a:p>
        </p:txBody>
      </p:sp>
      <p:sp>
        <p:nvSpPr>
          <p:cNvPr id="20" name="detail-3">
            <a:extLst xmlns:a="http://schemas.openxmlformats.org/drawingml/2006/main">
              <a:ext uri="{FF2B5EF4-FFF2-40B4-BE49-F238E27FC236}">
                <a16:creationId xmlns:a16="http://schemas.microsoft.com/office/drawing/2014/main" id="{9219B99F-90F8-4C32-9F2B-5F01F554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Visit YOUR-SITE-BASE/my-page/</a:t>
            </a:r>
          </a:p>
        </p:txBody>
      </p:sp>
    </p:spTree>
    <p:extLst>
      <p:ext uri="{BB962C8B-B14F-4D97-AF65-F5344CB8AC3E}">
        <p14:creationId xmlns:p14="http://schemas.microsoft.com/office/powerpoint/2010/main" val="398891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lub">
            <a:extLst xmlns:a="http://schemas.openxmlformats.org/drawingml/2006/main">
              <a:ext uri="{FF2B5EF4-FFF2-40B4-BE49-F238E27FC236}">
                <a16:creationId xmlns:a16="http://schemas.microsoft.com/office/drawing/2014/main" id="{366D60CB-0E69-4059-85C5-9B5236F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UConn AI Club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48F320-DD91-4BBA-B862-5084F2F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Explore further when you are ready</a:t>
            </a:r>
          </a:p>
        </p:txBody>
      </p:sp>
      <p:sp>
        <p:nvSpPr>
          <p:cNvPr id="4" name="subheader">
            <a:extLst xmlns:a="http://schemas.openxmlformats.org/drawingml/2006/main">
              <a:ext uri="{FF2B5EF4-FFF2-40B4-BE49-F238E27FC236}">
                <a16:creationId xmlns:a16="http://schemas.microsoft.com/office/drawing/2014/main" id="{5D6446FB-4749-41AC-9A7B-5675002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The original page links to both the simple and advanced examples.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8408FA6-E463-4CDD-B6F5-5DA963C5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  <p:sp>
        <p:nvSpPr>
          <p:cNvPr id="9" name="number-0">
            <a:extLst xmlns:a="http://schemas.openxmlformats.org/drawingml/2006/main">
              <a:ext uri="{FF2B5EF4-FFF2-40B4-BE49-F238E27FC236}">
                <a16:creationId xmlns:a16="http://schemas.microsoft.com/office/drawing/2014/main" id="{51BDE694-C556-45C9-8B16-C8598B27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abel-0">
            <a:extLst xmlns:a="http://schemas.openxmlformats.org/drawingml/2006/main">
              <a:ext uri="{FF2B5EF4-FFF2-40B4-BE49-F238E27FC236}">
                <a16:creationId xmlns:a16="http://schemas.microsoft.com/office/drawing/2014/main" id="{E901CE81-5B34-4D37-86AA-33C33C0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Try the chatbot</a:t>
            </a:r>
          </a:p>
        </p:txBody>
      </p:sp>
      <p:sp>
        <p:nvSpPr>
          <p:cNvPr id="11" name="detail-0">
            <a:extLst xmlns:a="http://schemas.openxmlformats.org/drawingml/2006/main">
              <a:ext uri="{FF2B5EF4-FFF2-40B4-BE49-F238E27FC236}">
                <a16:creationId xmlns:a16="http://schemas.microsoft.com/office/drawing/2014/main" id="{BD0ED1E0-713C-4C6D-929D-E0FBED8A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9082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Open Advanced chatbot → send a demo theme</a:t>
            </a:r>
          </a:p>
        </p:txBody>
      </p:sp>
      <p:sp>
        <p:nvSpPr>
          <p:cNvPr id="12" name="number-1">
            <a:extLst xmlns:a="http://schemas.openxmlformats.org/drawingml/2006/main">
              <a:ext uri="{FF2B5EF4-FFF2-40B4-BE49-F238E27FC236}">
                <a16:creationId xmlns:a16="http://schemas.microsoft.com/office/drawing/2014/main" id="{AD5A7334-AE57-4202-9AFA-95A3587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label-1">
            <a:extLst xmlns:a="http://schemas.openxmlformats.org/drawingml/2006/main">
              <a:ext uri="{FF2B5EF4-FFF2-40B4-BE49-F238E27FC236}">
                <a16:creationId xmlns:a16="http://schemas.microsoft.com/office/drawing/2014/main" id="{103D2AB4-FD59-4411-8C36-0103588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766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Try a larger view</a:t>
            </a:r>
          </a:p>
        </p:txBody>
      </p:sp>
      <p:sp>
        <p:nvSpPr>
          <p:cNvPr id="14" name="detail-1">
            <a:extLst xmlns:a="http://schemas.openxmlformats.org/drawingml/2006/main">
              <a:ext uri="{FF2B5EF4-FFF2-40B4-BE49-F238E27FC236}">
                <a16:creationId xmlns:a16="http://schemas.microsoft.com/office/drawing/2014/main" id="{A5914C25-27E7-47D8-9ACC-EFCE8E1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Click Full-page game to use the same interface</a:t>
            </a:r>
          </a:p>
        </p:txBody>
      </p:sp>
      <p:sp>
        <p:nvSpPr>
          <p:cNvPr id="15" name="number-2">
            <a:extLst xmlns:a="http://schemas.openxmlformats.org/drawingml/2006/main">
              <a:ext uri="{FF2B5EF4-FFF2-40B4-BE49-F238E27FC236}">
                <a16:creationId xmlns:a16="http://schemas.microsoft.com/office/drawing/2014/main" id="{48C15E34-16CE-4F28-B10B-104872F8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label-2">
            <a:extLst xmlns:a="http://schemas.openxmlformats.org/drawingml/2006/main">
              <a:ext uri="{FF2B5EF4-FFF2-40B4-BE49-F238E27FC236}">
                <a16:creationId xmlns:a16="http://schemas.microsoft.com/office/drawing/2014/main" id="{2D9E683A-398A-4AB2-AA79-A9276DC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91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Edit locally, too</a:t>
            </a:r>
          </a:p>
        </p:txBody>
      </p:sp>
      <p:sp>
        <p:nvSpPr>
          <p:cNvPr id="17" name="detail-2">
            <a:extLst xmlns:a="http://schemas.openxmlformats.org/drawingml/2006/main">
              <a:ext uri="{FF2B5EF4-FFF2-40B4-BE49-F238E27FC236}">
                <a16:creationId xmlns:a16="http://schemas.microsoft.com/office/drawing/2014/main" id="{86AC9DF9-265A-4051-90FA-C86F9F8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GitHub Desktop → Clone → edit files → Save</a:t>
            </a:r>
          </a:p>
        </p:txBody>
      </p:sp>
      <p:sp>
        <p:nvSpPr>
          <p:cNvPr id="18" name="number-3">
            <a:extLst xmlns:a="http://schemas.openxmlformats.org/drawingml/2006/main">
              <a:ext uri="{FF2B5EF4-FFF2-40B4-BE49-F238E27FC236}">
                <a16:creationId xmlns:a16="http://schemas.microsoft.com/office/drawing/2014/main" id="{B815891C-F9E3-4E7E-9B17-326932E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label-3">
            <a:extLst xmlns:a="http://schemas.openxmlformats.org/drawingml/2006/main">
              <a:ext uri="{FF2B5EF4-FFF2-40B4-BE49-F238E27FC236}">
                <a16:creationId xmlns:a16="http://schemas.microsoft.com/office/drawing/2014/main" id="{D16D2124-C19D-4287-BA72-4BAFA52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05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D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2"/>
                </a:solidFill>
                <a:latin typeface="Arial"/>
                <a:ea typeface="Arial"/>
                <a:cs typeface="Arial"/>
              </a:rPr>
              <a:t>Publish local edits</a:t>
            </a:r>
          </a:p>
        </p:txBody>
      </p:sp>
      <p:sp>
        <p:nvSpPr>
          <p:cNvPr id="20" name="detail-3">
            <a:extLst xmlns:a="http://schemas.openxmlformats.org/drawingml/2006/main">
              <a:ext uri="{FF2B5EF4-FFF2-40B4-BE49-F238E27FC236}">
                <a16:creationId xmlns:a16="http://schemas.microsoft.com/office/drawing/2014/main" id="{9219B99F-90F8-4C32-9F2B-5F01F554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7067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6C"/>
                </a:solidFill>
                <a:latin typeface="Arial"/>
                <a:ea typeface="Arial"/>
                <a:cs typeface="Arial"/>
              </a:rPr>
              <a:t>Commit to main → Push origin → wait → refresh</a:t>
            </a:r>
          </a:p>
        </p:txBody>
      </p:sp>
    </p:spTree>
    <p:extLst>
      <p:ext uri="{BB962C8B-B14F-4D97-AF65-F5344CB8AC3E}">
        <p14:creationId xmlns:p14="http://schemas.microsoft.com/office/powerpoint/2010/main" val="398891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2026-10-01T13:19:09.6650000Z</dcterms:created>
  <dcterms:modified xsi:type="dcterms:W3CDTF">2026-10-01T13:19:09.6650000Z</dcterms:modified>
</coreProperties>
</file>