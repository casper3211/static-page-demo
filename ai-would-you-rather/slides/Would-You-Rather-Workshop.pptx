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7f94a5e2be491d" /><Relationship Type="http://schemas.openxmlformats.org/officeDocument/2006/relationships/extended-properties" Target="/docProps/app.xml" Id="Ra7a4afbb8085471a" /><Relationship Type="http://schemas.openxmlformats.org/officeDocument/2006/relationships/officeDocument" Target="/ppt/presentation.xml" Id="Rfa5f0fa7f98540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ea795daeab4d96"/>
  </p:sldMasterIdLst>
  <p:notesMasterIdLst>
    <p:notesMasterId xmlns:r="http://schemas.openxmlformats.org/officeDocument/2006/relationships" r:id="Rcfd2c0a11af64ac5"/>
  </p:notesMasterIdLst>
  <p:sldIdLst>
    <p:sldId xmlns:r="http://schemas.openxmlformats.org/officeDocument/2006/relationships" id="256" r:id="R3b6c7634dd36463d"/>
    <p:sldId xmlns:r="http://schemas.openxmlformats.org/officeDocument/2006/relationships" id="257" r:id="Rfadb232f3e33482f"/>
    <p:sldId xmlns:r="http://schemas.openxmlformats.org/officeDocument/2006/relationships" id="258" r:id="R666a2cefd8ec41f7"/>
    <p:sldId xmlns:r="http://schemas.openxmlformats.org/officeDocument/2006/relationships" id="259" r:id="Ra7810506c0ad42e9"/>
    <p:sldId xmlns:r="http://schemas.openxmlformats.org/officeDocument/2006/relationships" id="260" r:id="R974debf9e80446ef"/>
    <p:sldId xmlns:r="http://schemas.openxmlformats.org/officeDocument/2006/relationships" id="261" r:id="R91f089da18ad4f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8be59e73b14244" /><Relationship Type="http://schemas.openxmlformats.org/officeDocument/2006/relationships/slideMaster" Target="/ppt/slideMasters/slideMaster1.xml" Id="R13ea795daeab4d96" /><Relationship Type="http://schemas.openxmlformats.org/officeDocument/2006/relationships/notesMaster" Target="/ppt/notesMasters/notesMaster1.xml" Id="Rcfd2c0a11af64ac5" /><Relationship Type="http://schemas.openxmlformats.org/officeDocument/2006/relationships/presProps" Target="/ppt/presProps.xml" Id="Rdb18f7535b884b98" /><Relationship Type="http://schemas.openxmlformats.org/officeDocument/2006/relationships/tableStyles" Target="/ppt/tableStyles.xml" Id="Re17cbcaef62c4f17" /><Relationship Type="http://schemas.openxmlformats.org/officeDocument/2006/relationships/slide" Target="/ppt/slides/slide1.xml" Id="R3b6c7634dd36463d" /><Relationship Type="http://schemas.openxmlformats.org/officeDocument/2006/relationships/slide" Target="/ppt/slides/slide2.xml" Id="Rfadb232f3e33482f" /><Relationship Type="http://schemas.openxmlformats.org/officeDocument/2006/relationships/slide" Target="/ppt/slides/slide3.xml" Id="R666a2cefd8ec41f7" /><Relationship Type="http://schemas.openxmlformats.org/officeDocument/2006/relationships/slide" Target="/ppt/slides/slide4.xml" Id="Ra7810506c0ad42e9" /><Relationship Type="http://schemas.openxmlformats.org/officeDocument/2006/relationships/slide" Target="/ppt/slides/slide5.xml" Id="R974debf9e80446ef" /><Relationship Type="http://schemas.openxmlformats.org/officeDocument/2006/relationships/slide" Target="/ppt/slides/slide6.xml" Id="R91f089da18ad4f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bb3b90208648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2295995faf43f0" /><Relationship Type="http://schemas.openxmlformats.org/officeDocument/2006/relationships/notesMaster" Target="/ppt/notesMasters/notesMaster1.xml" Id="R875de9becd3b4a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257227cee5425b" /><Relationship Type="http://schemas.openxmlformats.org/officeDocument/2006/relationships/notesMaster" Target="/ppt/notesMasters/notesMaster1.xml" Id="R66fae132b5d441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af4a9540bc4d05" /><Relationship Type="http://schemas.openxmlformats.org/officeDocument/2006/relationships/notesMaster" Target="/ppt/notesMasters/notesMaster1.xml" Id="R20edf26a3e2a42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72db0790f744cc" /><Relationship Type="http://schemas.openxmlformats.org/officeDocument/2006/relationships/notesMaster" Target="/ppt/notesMasters/notesMaster1.xml" Id="Rc17a2a0d744e4a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2b47acf7ec4c10" /><Relationship Type="http://schemas.openxmlformats.org/officeDocument/2006/relationships/notesMaster" Target="/ppt/notesMasters/notesMaster1.xml" Id="Ra441965ef8ec4fd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ed43db4f5d408f" /><Relationship Type="http://schemas.openxmlformats.org/officeDocument/2006/relationships/notesMaster" Target="/ppt/notesMasters/notesMaster1.xml" Id="Rf6dbc7327f174e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fixed demo and vote. Plan approximately 20 minutes with sign-ins and initial Pages publication prepared; account verification may take longer. GitHub Pages serves the public HTML. A Cloudflare Worker runs the API with a private key. GitHub Secrets feeds the deployment workflow, not browser JavaScript. The screenshot is a fixed demo, not live inference. Complete click-by-click guide: ai-would-you-rather/README.md in the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Fork the repository into your own account. The fork includes all necessary files. For an existing website, copy ai-would-you-rather/ and .github/workflows/deploy-bot.yml, keeping paths. GitHub Add file &gt; Create new file can create the hidden workflow path. If Pages is already enabled, skip enabling it. Record the published site hostname. Open ai-would-you-rather/ after the site base URL. For a local folder, the GitHub Desktop route is on the final slide and detailed in README. Source: https://docs.github.com/en/pages/getting-started-with-github-pages/configuring-a-publishing-source-for-your-github-pages-site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https://openrouter.ai/settings/keys after creating an account. Create a workshop key and copy it privately. GitHub Settings &gt; Secrets and variables &gt; Actions &gt; New repository secret: OPENROUTER_API_KEY. In Cloudflare finish Workers onboarding and select a workers.dev subdomain if prompted. Copy Account ID from the account dashboard. My Profile &gt; API Tokens &gt; Create Token &gt; Edit Cloudflare Workers; scope to your account. Create and copy token. Save CLOUDFLARE_API_TOKEN and CLOUDFLARE_ACCOUNT_ID as separate repository secrets in GitHub. Never paste credentials into code or slides. The provided workflow uses repository secrets; environment secrets require an environment on the workflow job. Forks do not inherit secrets. Source: https://github.com/cloudflare/wrangler-action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File paths on this slide are inside ai-would-you-rather/. Edit api/wrangler.jsonc. ALLOWED_ORIGIN must be your exact published origin: scheme plus hostname, no repository path or trailing slash. Custom domains use their actual origin. Change name if ai-club-game would overwrite an unrelated existing Worker in your account. Commit. In a fork enable Actions if prompted. Choose Deploy AI bot &gt; Run workflow &gt; main &gt; Run workflow. Wait for green. Cloudflare Workers &amp; Pages &gt; ai-club-game shows its workers.dev URL. GitHub Actions installs deployment tooling remotely and copies OPENROUTER_API_KEY to the Worker private environment. Participants run no terminal commands. Later api/ changes redeploy automatically. CORS is not authentication; this public demo shares the owner quota. Remove Worker or revoke key after the workshop. Sources: https://github.com/cloudflare/wrangler-action and https://developers.cloudflare.com/workers/configuration/secrets/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Replace only the quoted API_URL placeholder. Example shape: https://ai-club-game.YOUR-SUBDOMAIN.workers.dev/api/chat. This is a public URL, not a secret. Keep quotes and semicolon. Commit changes and wait for the Pages publication. Open the published site and send superpowers. The full-page link uses ?view=bot; it is the same HTML and same backend. Try demo sends no API request and returns a fixed labeled example. Use AI switches back. No key is entered on the website. Missing configuration shows a setup message. Provider busy/quota errors: wait or use demo. A network/CORS error means check API_URL and ALLOWED_ORIGIN. Selected model: nvidia/nemotron-3-ultra-550b-a55b:free, no paid fallback. Live inference needs your configured account. Source: https://openrouter.ai/nvidia/nemotron-3-ultra-550b-a55b:free?view=api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Paths are inside ai-would-you-rather/. For AI instructions edit text between the backticks after INSTRUCTIONS in api/worker.mjs. Keep backticks and semicolon. Wait for Deploy AI bot to finish; HTML changes wait for Pages. GitHub Desktop: sign in &gt; File &gt; Clone repository &gt; select your fork and local folder. Edit in your editor, save, return to Desktop, review changes, type a summary, Commit to main &gt; Push origin. Fetch/Pull first if you also edited on GitHub. Existing local folder: File &gt; Add local repository; if not a repository use create a repository here. Put site and demo files in that folder including .github/workflows, commit, Publish repository, then configure Pages and secrets. Never store keys in the folder. Local double-click supports layout and fixed demo; live AI should be tested at the published HTTPS origin. Ask the same theme before and after the prompt change. Everyone votes; no terminal needed. Full detailed instructions and troubleshooting are in the repository README.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7b8f8642a342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bd400a52d7439c" /><Relationship Type="http://schemas.openxmlformats.org/officeDocument/2006/relationships/slideLayout" Target="/ppt/slideLayouts/slideLayout1.xml" Id="R44f100c9bfe647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f100c9bfe647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664dfe9b10a4480d"/><Relationship Type="http://schemas.openxmlformats.org/officeDocument/2006/relationships/image" Target="/ppt/media/image.png" Id="Rd0672ce32cdd4587"/><Relationship Type="http://schemas.openxmlformats.org/officeDocument/2006/relationships/notesSlide" Target="/ppt/notesSlides/notesSlide1.xml" Id="Rc432424b4e7949b9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71dee343220547b9"/><Relationship Type="http://schemas.openxmlformats.org/officeDocument/2006/relationships/notesSlide" Target="/ppt/notesSlides/notesSlide2.xml" Id="R5bdb6c97e8ed471c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dc6597cd3fb646ff"/><Relationship Type="http://schemas.openxmlformats.org/officeDocument/2006/relationships/notesSlide" Target="/ppt/notesSlides/notesSlide3.xml" Id="R7410fbcd292042dd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075543fcaf44467b"/><Relationship Type="http://schemas.openxmlformats.org/officeDocument/2006/relationships/notesSlide" Target="/ppt/notesSlides/notesSlide4.xml" Id="R9f0347747c474cd8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07dd4f640541418a"/><Relationship Type="http://schemas.openxmlformats.org/officeDocument/2006/relationships/notesSlide" Target="/ppt/notesSlides/notesSlide5.xml" Id="Rb10a6088bb0942e7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6e652f3287284c84"/><Relationship Type="http://schemas.openxmlformats.org/officeDocument/2006/relationships/notesSlide" Target="/ppt/notesSlides/notesSlide6.xml" Id="Rdd920b7c83694751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lub">
            <a:extLst xmlns:a="http://schemas.openxmlformats.org/drawingml/2006/main">
              <a:ext uri="{FF2B5EF4-FFF2-40B4-BE49-F238E27FC236}">
                <a16:creationId xmlns:a16="http://schemas.microsoft.com/office/drawing/2014/main" id="{A9215153-0FD5-4F3F-8162-09A1F0DE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AI CLUB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7D82B6-E7A8-45D2-A5D4-7721C5DD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Would you rather…?</a:t>
            </a:r>
          </a:p>
        </p:txBody>
      </p:sp>
      <p:sp>
        <p:nvSpPr>
          <p:cNvPr id="4" name="subheader">
            <a:extLst xmlns:a="http://schemas.openxmlformats.org/drawingml/2006/main">
              <a:ext uri="{FF2B5EF4-FFF2-40B4-BE49-F238E27FC236}">
                <a16:creationId xmlns:a16="http://schemas.microsoft.com/office/drawing/2014/main" id="{5EDF28EE-6694-41DA-BB96-8E431C8D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Build a game on your website. Keep the AI key private.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47787DC-8A38-4C7C-AA3A-9F55F3C6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38875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9" name="demo-steps-title">
            <a:extLst xmlns:a="http://schemas.openxmlformats.org/drawingml/2006/main">
              <a:ext uri="{FF2B5EF4-FFF2-40B4-BE49-F238E27FC236}">
                <a16:creationId xmlns:a16="http://schemas.microsoft.com/office/drawing/2014/main" id="{7569D73F-4681-4595-B0AF-71953D02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3981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PICK A THEME</a:t>
            </a:r>
          </a:p>
        </p:txBody>
      </p:sp>
      <p:sp>
        <p:nvSpPr>
          <p:cNvPr id="10" name="demo-steps">
            <a:extLst xmlns:a="http://schemas.openxmlformats.org/drawingml/2006/main">
              <a:ext uri="{FF2B5EF4-FFF2-40B4-BE49-F238E27FC236}">
                <a16:creationId xmlns:a16="http://schemas.microsoft.com/office/drawing/2014/main" id="{7526CBD2-FA9F-4747-8CF9-8D7E5F87A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4162425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2D32"/>
                </a:solidFill>
                <a:latin typeface="Arial"/>
                <a:ea typeface="Arial"/>
                <a:cs typeface="Arial"/>
              </a:rPr>
              <a:t>Get two funny choices.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175" b="0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2D32"/>
                </a:solidFill>
                <a:latin typeface="Arial"/>
                <a:ea typeface="Arial"/>
                <a:cs typeface="Arial"/>
              </a:rPr>
              <a:t>Vote A or 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175" b="0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2D32"/>
                </a:solidFill>
                <a:latin typeface="Arial"/>
                <a:ea typeface="Arial"/>
                <a:cs typeface="Arial"/>
              </a:rPr>
              <a:t>Defend your answer.</a:t>
            </a:r>
          </a:p>
        </p:txBody>
      </p:sp>
      <p:sp>
        <p:nvSpPr>
          <p:cNvPr id="11" name="demo-area">
            <a:extLst xmlns:a="http://schemas.openxmlformats.org/drawingml/2006/main">
              <a:ext uri="{FF2B5EF4-FFF2-40B4-BE49-F238E27FC236}">
                <a16:creationId xmlns:a16="http://schemas.microsoft.com/office/drawing/2014/main" id="{C01B722D-1CED-414A-A9F2-64160398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857500"/>
            <a:ext cx="63246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2" name="demo-question">
            <a:extLst xmlns:a="http://schemas.openxmlformats.org/drawingml/2006/main">
              <a:ext uri="{FF2B5EF4-FFF2-40B4-BE49-F238E27FC236}">
                <a16:creationId xmlns:a16="http://schemas.microsoft.com/office/drawing/2014/main" id="{DF230DE5-B487-426F-8BFE-64401CA7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553075"/>
            <a:ext cx="63246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Floating chat button or full-page game — same API.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672ce32cdd4587"/>
          <a:stretch xmlns:a="http://schemas.openxmlformats.org/drawingml/2006/main"/>
        </p:blipFill>
        <p:spPr>
          <a:xfrm xmlns:a="http://schemas.openxmlformats.org/drawingml/2006/main">
            <a:off x="6249458" y="2381250"/>
            <a:ext cx="4131733" cy="2905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7066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club">
            <a:extLst xmlns:a="http://schemas.openxmlformats.org/drawingml/2006/main">
              <a:ext uri="{FF2B5EF4-FFF2-40B4-BE49-F238E27FC236}">
                <a16:creationId xmlns:a16="http://schemas.microsoft.com/office/drawing/2014/main" id="{366D60CB-0E69-4059-85C5-9B5236F5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AI CLUB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48F320-DD91-4BBA-B862-5084F2F4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Start with your GitHub website</a:t>
            </a:r>
          </a:p>
        </p:txBody>
      </p:sp>
      <p:sp>
        <p:nvSpPr>
          <p:cNvPr id="4" name="subheader">
            <a:extLst xmlns:a="http://schemas.openxmlformats.org/drawingml/2006/main">
              <a:ext uri="{FF2B5EF4-FFF2-40B4-BE49-F238E27FC236}">
                <a16:creationId xmlns:a16="http://schemas.microsoft.com/office/drawing/2014/main" id="{5D6446FB-4749-41AC-9A7B-5675002E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Already published? Keep your site and add the demo files.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8408FA6-E463-4CDD-B6F5-5DA963C5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38875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9" name="number-0">
            <a:extLst xmlns:a="http://schemas.openxmlformats.org/drawingml/2006/main">
              <a:ext uri="{FF2B5EF4-FFF2-40B4-BE49-F238E27FC236}">
                <a16:creationId xmlns:a16="http://schemas.microsoft.com/office/drawing/2014/main" id="{51BDE694-C556-45C9-8B16-C8598B27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label-0">
            <a:extLst xmlns:a="http://schemas.openxmlformats.org/drawingml/2006/main">
              <a:ext uri="{FF2B5EF4-FFF2-40B4-BE49-F238E27FC236}">
                <a16:creationId xmlns:a16="http://schemas.microsoft.com/office/drawing/2014/main" id="{E901CE81-5B34-4D37-86AA-33C33C0D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7622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Get the demo</a:t>
            </a:r>
          </a:p>
        </p:txBody>
      </p:sp>
      <p:sp>
        <p:nvSpPr>
          <p:cNvPr id="11" name="detail-0">
            <a:extLst xmlns:a="http://schemas.openxmlformats.org/drawingml/2006/main">
              <a:ext uri="{FF2B5EF4-FFF2-40B4-BE49-F238E27FC236}">
                <a16:creationId xmlns:a16="http://schemas.microsoft.com/office/drawing/2014/main" id="{BD0ED1E0-713C-4C6D-929D-E0FBED8A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90825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github.com/Casper3211/Static-Page-Demo → Fork</a:t>
            </a:r>
          </a:p>
        </p:txBody>
      </p:sp>
      <p:sp>
        <p:nvSpPr>
          <p:cNvPr id="12" name="number-1">
            <a:extLst xmlns:a="http://schemas.openxmlformats.org/drawingml/2006/main">
              <a:ext uri="{FF2B5EF4-FFF2-40B4-BE49-F238E27FC236}">
                <a16:creationId xmlns:a16="http://schemas.microsoft.com/office/drawing/2014/main" id="{AD5A7334-AE57-4202-9AFA-95A35879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label-1">
            <a:extLst xmlns:a="http://schemas.openxmlformats.org/drawingml/2006/main">
              <a:ext uri="{FF2B5EF4-FFF2-40B4-BE49-F238E27FC236}">
                <a16:creationId xmlns:a16="http://schemas.microsoft.com/office/drawing/2014/main" id="{103D2AB4-FD59-4411-8C36-0103588C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7662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Existing website</a:t>
            </a:r>
          </a:p>
        </p:txBody>
      </p:sp>
      <p:sp>
        <p:nvSpPr>
          <p:cNvPr id="14" name="detail-1">
            <a:extLst xmlns:a="http://schemas.openxmlformats.org/drawingml/2006/main">
              <a:ext uri="{FF2B5EF4-FFF2-40B4-BE49-F238E27FC236}">
                <a16:creationId xmlns:a16="http://schemas.microsoft.com/office/drawing/2014/main" id="{A5914C25-27E7-47D8-9ACC-EFCE8E16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Copy ai-would-you-rather/ and .github/workflows/</a:t>
            </a:r>
          </a:p>
        </p:txBody>
      </p:sp>
      <p:sp>
        <p:nvSpPr>
          <p:cNvPr id="15" name="number-2">
            <a:extLst xmlns:a="http://schemas.openxmlformats.org/drawingml/2006/main">
              <a:ext uri="{FF2B5EF4-FFF2-40B4-BE49-F238E27FC236}">
                <a16:creationId xmlns:a16="http://schemas.microsoft.com/office/drawing/2014/main" id="{48C15E34-16CE-4F28-B10B-104872F8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label-2">
            <a:extLst xmlns:a="http://schemas.openxmlformats.org/drawingml/2006/main">
              <a:ext uri="{FF2B5EF4-FFF2-40B4-BE49-F238E27FC236}">
                <a16:creationId xmlns:a16="http://schemas.microsoft.com/office/drawing/2014/main" id="{2D9E683A-398A-4AB2-AA79-A9276DCE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1910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Enable Pages</a:t>
            </a:r>
          </a:p>
        </p:txBody>
      </p:sp>
      <p:sp>
        <p:nvSpPr>
          <p:cNvPr id="17" name="detail-2">
            <a:extLst xmlns:a="http://schemas.openxmlformats.org/drawingml/2006/main">
              <a:ext uri="{FF2B5EF4-FFF2-40B4-BE49-F238E27FC236}">
                <a16:creationId xmlns:a16="http://schemas.microsoft.com/office/drawing/2014/main" id="{86AC9DF9-265A-4051-90FA-C86F9F89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9575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Settings → Pages → Deploy from a branch</a:t>
            </a:r>
          </a:p>
        </p:txBody>
      </p:sp>
      <p:sp>
        <p:nvSpPr>
          <p:cNvPr id="18" name="number-3">
            <a:extLst xmlns:a="http://schemas.openxmlformats.org/drawingml/2006/main">
              <a:ext uri="{FF2B5EF4-FFF2-40B4-BE49-F238E27FC236}">
                <a16:creationId xmlns:a16="http://schemas.microsoft.com/office/drawing/2014/main" id="{B815891C-F9E3-4E7E-9B17-326932EE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label-3">
            <a:extLst xmlns:a="http://schemas.openxmlformats.org/drawingml/2006/main">
              <a:ext uri="{FF2B5EF4-FFF2-40B4-BE49-F238E27FC236}">
                <a16:creationId xmlns:a16="http://schemas.microsoft.com/office/drawing/2014/main" id="{D16D2124-C19D-4287-BA72-4BAFA52D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9053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Publish</a:t>
            </a:r>
          </a:p>
        </p:txBody>
      </p:sp>
      <p:sp>
        <p:nvSpPr>
          <p:cNvPr id="20" name="detail-3">
            <a:extLst xmlns:a="http://schemas.openxmlformats.org/drawingml/2006/main">
              <a:ext uri="{FF2B5EF4-FFF2-40B4-BE49-F238E27FC236}">
                <a16:creationId xmlns:a16="http://schemas.microsoft.com/office/drawing/2014/main" id="{9219B99F-90F8-4C32-9F2B-5F01F554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33950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main → /(root) → Save → wait → Visit site</a:t>
            </a:r>
          </a:p>
        </p:txBody>
      </p:sp>
    </p:spTree>
    <p:extLst>
      <p:ext uri="{BB962C8B-B14F-4D97-AF65-F5344CB8AC3E}">
        <p14:creationId xmlns:p14="http://schemas.microsoft.com/office/powerpoint/2010/main" val="3988919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club">
            <a:extLst xmlns:a="http://schemas.openxmlformats.org/drawingml/2006/main">
              <a:ext uri="{FF2B5EF4-FFF2-40B4-BE49-F238E27FC236}">
                <a16:creationId xmlns:a16="http://schemas.microsoft.com/office/drawing/2014/main" id="{366D60CB-0E69-4059-85C5-9B5236F5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AI CLUB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48F320-DD91-4BBA-B862-5084F2F4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Create accounts and save the keys</a:t>
            </a:r>
          </a:p>
        </p:txBody>
      </p:sp>
      <p:sp>
        <p:nvSpPr>
          <p:cNvPr id="4" name="subheader">
            <a:extLst xmlns:a="http://schemas.openxmlformats.org/drawingml/2006/main">
              <a:ext uri="{FF2B5EF4-FFF2-40B4-BE49-F238E27FC236}">
                <a16:creationId xmlns:a16="http://schemas.microsoft.com/office/drawing/2014/main" id="{5D6446FB-4749-41AC-9A7B-5675002E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GitHub → Settings → Secrets and variables → Actions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8408FA6-E463-4CDD-B6F5-5DA963C5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38875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9" name="number-0">
            <a:extLst xmlns:a="http://schemas.openxmlformats.org/drawingml/2006/main">
              <a:ext uri="{FF2B5EF4-FFF2-40B4-BE49-F238E27FC236}">
                <a16:creationId xmlns:a16="http://schemas.microsoft.com/office/drawing/2014/main" id="{51BDE694-C556-45C9-8B16-C8598B27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label-0">
            <a:extLst xmlns:a="http://schemas.openxmlformats.org/drawingml/2006/main">
              <a:ext uri="{FF2B5EF4-FFF2-40B4-BE49-F238E27FC236}">
                <a16:creationId xmlns:a16="http://schemas.microsoft.com/office/drawing/2014/main" id="{E901CE81-5B34-4D37-86AA-33C33C0D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7622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OpenRouter</a:t>
            </a:r>
          </a:p>
        </p:txBody>
      </p:sp>
      <p:sp>
        <p:nvSpPr>
          <p:cNvPr id="11" name="detail-0">
            <a:extLst xmlns:a="http://schemas.openxmlformats.org/drawingml/2006/main">
              <a:ext uri="{FF2B5EF4-FFF2-40B4-BE49-F238E27FC236}">
                <a16:creationId xmlns:a16="http://schemas.microsoft.com/office/drawing/2014/main" id="{BD0ED1E0-713C-4C6D-929D-E0FBED8A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90825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Sign up → settings/keys → Create Key</a:t>
            </a:r>
          </a:p>
        </p:txBody>
      </p:sp>
      <p:sp>
        <p:nvSpPr>
          <p:cNvPr id="12" name="number-1">
            <a:extLst xmlns:a="http://schemas.openxmlformats.org/drawingml/2006/main">
              <a:ext uri="{FF2B5EF4-FFF2-40B4-BE49-F238E27FC236}">
                <a16:creationId xmlns:a16="http://schemas.microsoft.com/office/drawing/2014/main" id="{AD5A7334-AE57-4202-9AFA-95A35879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label-1">
            <a:extLst xmlns:a="http://schemas.openxmlformats.org/drawingml/2006/main">
              <a:ext uri="{FF2B5EF4-FFF2-40B4-BE49-F238E27FC236}">
                <a16:creationId xmlns:a16="http://schemas.microsoft.com/office/drawing/2014/main" id="{103D2AB4-FD59-4411-8C36-0103588C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7662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Save its key</a:t>
            </a:r>
          </a:p>
        </p:txBody>
      </p:sp>
      <p:sp>
        <p:nvSpPr>
          <p:cNvPr id="14" name="detail-1">
            <a:extLst xmlns:a="http://schemas.openxmlformats.org/drawingml/2006/main">
              <a:ext uri="{FF2B5EF4-FFF2-40B4-BE49-F238E27FC236}">
                <a16:creationId xmlns:a16="http://schemas.microsoft.com/office/drawing/2014/main" id="{A5914C25-27E7-47D8-9ACC-EFCE8E16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New repository secret: OPENROUTER_API_KEY</a:t>
            </a:r>
          </a:p>
        </p:txBody>
      </p:sp>
      <p:sp>
        <p:nvSpPr>
          <p:cNvPr id="15" name="number-2">
            <a:extLst xmlns:a="http://schemas.openxmlformats.org/drawingml/2006/main">
              <a:ext uri="{FF2B5EF4-FFF2-40B4-BE49-F238E27FC236}">
                <a16:creationId xmlns:a16="http://schemas.microsoft.com/office/drawing/2014/main" id="{48C15E34-16CE-4F28-B10B-104872F8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label-2">
            <a:extLst xmlns:a="http://schemas.openxmlformats.org/drawingml/2006/main">
              <a:ext uri="{FF2B5EF4-FFF2-40B4-BE49-F238E27FC236}">
                <a16:creationId xmlns:a16="http://schemas.microsoft.com/office/drawing/2014/main" id="{2D9E683A-398A-4AB2-AA79-A9276DCE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1910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Cloudflare</a:t>
            </a:r>
          </a:p>
        </p:txBody>
      </p:sp>
      <p:sp>
        <p:nvSpPr>
          <p:cNvPr id="17" name="detail-2">
            <a:extLst xmlns:a="http://schemas.openxmlformats.org/drawingml/2006/main">
              <a:ext uri="{FF2B5EF4-FFF2-40B4-BE49-F238E27FC236}">
                <a16:creationId xmlns:a16="http://schemas.microsoft.com/office/drawing/2014/main" id="{86AC9DF9-265A-4051-90FA-C86F9F89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9575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Profile → API Tokens → Edit Cloudflare Workers</a:t>
            </a:r>
          </a:p>
        </p:txBody>
      </p:sp>
      <p:sp>
        <p:nvSpPr>
          <p:cNvPr id="18" name="number-3">
            <a:extLst xmlns:a="http://schemas.openxmlformats.org/drawingml/2006/main">
              <a:ext uri="{FF2B5EF4-FFF2-40B4-BE49-F238E27FC236}">
                <a16:creationId xmlns:a16="http://schemas.microsoft.com/office/drawing/2014/main" id="{B815891C-F9E3-4E7E-9B17-326932EE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label-3">
            <a:extLst xmlns:a="http://schemas.openxmlformats.org/drawingml/2006/main">
              <a:ext uri="{FF2B5EF4-FFF2-40B4-BE49-F238E27FC236}">
                <a16:creationId xmlns:a16="http://schemas.microsoft.com/office/drawing/2014/main" id="{D16D2124-C19D-4287-BA72-4BAFA52D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9053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Save two more</a:t>
            </a:r>
          </a:p>
        </p:txBody>
      </p:sp>
      <p:sp>
        <p:nvSpPr>
          <p:cNvPr id="20" name="detail-3">
            <a:extLst xmlns:a="http://schemas.openxmlformats.org/drawingml/2006/main">
              <a:ext uri="{FF2B5EF4-FFF2-40B4-BE49-F238E27FC236}">
                <a16:creationId xmlns:a16="http://schemas.microsoft.com/office/drawing/2014/main" id="{9219B99F-90F8-4C32-9F2B-5F01F554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33950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CLOUDFLARE_API_TOKEN + CLOUDFLARE_ACCOUNT_ID</a:t>
            </a:r>
          </a:p>
        </p:txBody>
      </p:sp>
    </p:spTree>
    <p:extLst>
      <p:ext uri="{BB962C8B-B14F-4D97-AF65-F5344CB8AC3E}">
        <p14:creationId xmlns:p14="http://schemas.microsoft.com/office/powerpoint/2010/main" val="3988919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club">
            <a:extLst xmlns:a="http://schemas.openxmlformats.org/drawingml/2006/main">
              <a:ext uri="{FF2B5EF4-FFF2-40B4-BE49-F238E27FC236}">
                <a16:creationId xmlns:a16="http://schemas.microsoft.com/office/drawing/2014/main" id="{366D60CB-0E69-4059-85C5-9B5236F5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AI CLUB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48F320-DD91-4BBA-B862-5084F2F4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Deploy the private API</a:t>
            </a:r>
          </a:p>
        </p:txBody>
      </p:sp>
      <p:sp>
        <p:nvSpPr>
          <p:cNvPr id="4" name="subheader">
            <a:extLst xmlns:a="http://schemas.openxmlformats.org/drawingml/2006/main">
              <a:ext uri="{FF2B5EF4-FFF2-40B4-BE49-F238E27FC236}">
                <a16:creationId xmlns:a16="http://schemas.microsoft.com/office/drawing/2014/main" id="{5D6446FB-4749-41AC-9A7B-5675002E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Open each file on GitHub → pencil → edit → Commit changes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8408FA6-E463-4CDD-B6F5-5DA963C5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38875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9" name="number-0">
            <a:extLst xmlns:a="http://schemas.openxmlformats.org/drawingml/2006/main">
              <a:ext uri="{FF2B5EF4-FFF2-40B4-BE49-F238E27FC236}">
                <a16:creationId xmlns:a16="http://schemas.microsoft.com/office/drawing/2014/main" id="{51BDE694-C556-45C9-8B16-C8598B27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label-0">
            <a:extLst xmlns:a="http://schemas.openxmlformats.org/drawingml/2006/main">
              <a:ext uri="{FF2B5EF4-FFF2-40B4-BE49-F238E27FC236}">
                <a16:creationId xmlns:a16="http://schemas.microsoft.com/office/drawing/2014/main" id="{E901CE81-5B34-4D37-86AA-33C33C0D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7622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Allow your site</a:t>
            </a:r>
          </a:p>
        </p:txBody>
      </p:sp>
      <p:sp>
        <p:nvSpPr>
          <p:cNvPr id="11" name="detail-0">
            <a:extLst xmlns:a="http://schemas.openxmlformats.org/drawingml/2006/main">
              <a:ext uri="{FF2B5EF4-FFF2-40B4-BE49-F238E27FC236}">
                <a16:creationId xmlns:a16="http://schemas.microsoft.com/office/drawing/2014/main" id="{BD0ED1E0-713C-4C6D-929D-E0FBED8A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90825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api/wrangler.jsonc → change ALLOWED_ORIGIN</a:t>
            </a:r>
          </a:p>
        </p:txBody>
      </p:sp>
      <p:sp>
        <p:nvSpPr>
          <p:cNvPr id="12" name="number-1">
            <a:extLst xmlns:a="http://schemas.openxmlformats.org/drawingml/2006/main">
              <a:ext uri="{FF2B5EF4-FFF2-40B4-BE49-F238E27FC236}">
                <a16:creationId xmlns:a16="http://schemas.microsoft.com/office/drawing/2014/main" id="{AD5A7334-AE57-4202-9AFA-95A35879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label-1">
            <a:extLst xmlns:a="http://schemas.openxmlformats.org/drawingml/2006/main">
              <a:ext uri="{FF2B5EF4-FFF2-40B4-BE49-F238E27FC236}">
                <a16:creationId xmlns:a16="http://schemas.microsoft.com/office/drawing/2014/main" id="{103D2AB4-FD59-4411-8C36-0103588C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7662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Use its hostname</a:t>
            </a:r>
          </a:p>
        </p:txBody>
      </p:sp>
      <p:sp>
        <p:nvSpPr>
          <p:cNvPr id="14" name="detail-1">
            <a:extLst xmlns:a="http://schemas.openxmlformats.org/drawingml/2006/main">
              <a:ext uri="{FF2B5EF4-FFF2-40B4-BE49-F238E27FC236}">
                <a16:creationId xmlns:a16="http://schemas.microsoft.com/office/drawing/2014/main" id="{A5914C25-27E7-47D8-9ACC-EFCE8E16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https://YOUR-USERNAME.github.io — no path</a:t>
            </a:r>
          </a:p>
        </p:txBody>
      </p:sp>
      <p:sp>
        <p:nvSpPr>
          <p:cNvPr id="15" name="number-2">
            <a:extLst xmlns:a="http://schemas.openxmlformats.org/drawingml/2006/main">
              <a:ext uri="{FF2B5EF4-FFF2-40B4-BE49-F238E27FC236}">
                <a16:creationId xmlns:a16="http://schemas.microsoft.com/office/drawing/2014/main" id="{48C15E34-16CE-4F28-B10B-104872F8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label-2">
            <a:extLst xmlns:a="http://schemas.openxmlformats.org/drawingml/2006/main">
              <a:ext uri="{FF2B5EF4-FFF2-40B4-BE49-F238E27FC236}">
                <a16:creationId xmlns:a16="http://schemas.microsoft.com/office/drawing/2014/main" id="{2D9E683A-398A-4AB2-AA79-A9276DCE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1910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Run deployment</a:t>
            </a:r>
          </a:p>
        </p:txBody>
      </p:sp>
      <p:sp>
        <p:nvSpPr>
          <p:cNvPr id="17" name="detail-2">
            <a:extLst xmlns:a="http://schemas.openxmlformats.org/drawingml/2006/main">
              <a:ext uri="{FF2B5EF4-FFF2-40B4-BE49-F238E27FC236}">
                <a16:creationId xmlns:a16="http://schemas.microsoft.com/office/drawing/2014/main" id="{86AC9DF9-265A-4051-90FA-C86F9F89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9575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Actions → Deploy AI bot → Run workflow</a:t>
            </a:r>
          </a:p>
        </p:txBody>
      </p:sp>
      <p:sp>
        <p:nvSpPr>
          <p:cNvPr id="18" name="number-3">
            <a:extLst xmlns:a="http://schemas.openxmlformats.org/drawingml/2006/main">
              <a:ext uri="{FF2B5EF4-FFF2-40B4-BE49-F238E27FC236}">
                <a16:creationId xmlns:a16="http://schemas.microsoft.com/office/drawing/2014/main" id="{B815891C-F9E3-4E7E-9B17-326932EE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label-3">
            <a:extLst xmlns:a="http://schemas.openxmlformats.org/drawingml/2006/main">
              <a:ext uri="{FF2B5EF4-FFF2-40B4-BE49-F238E27FC236}">
                <a16:creationId xmlns:a16="http://schemas.microsoft.com/office/drawing/2014/main" id="{D16D2124-C19D-4287-BA72-4BAFA52D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9053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Copy the API URL</a:t>
            </a:r>
          </a:p>
        </p:txBody>
      </p:sp>
      <p:sp>
        <p:nvSpPr>
          <p:cNvPr id="20" name="detail-3">
            <a:extLst xmlns:a="http://schemas.openxmlformats.org/drawingml/2006/main">
              <a:ext uri="{FF2B5EF4-FFF2-40B4-BE49-F238E27FC236}">
                <a16:creationId xmlns:a16="http://schemas.microsoft.com/office/drawing/2014/main" id="{9219B99F-90F8-4C32-9F2B-5F01F554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33950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Cloudflare → ai-club-game → workers.dev URL</a:t>
            </a:r>
          </a:p>
        </p:txBody>
      </p:sp>
    </p:spTree>
    <p:extLst>
      <p:ext uri="{BB962C8B-B14F-4D97-AF65-F5344CB8AC3E}">
        <p14:creationId xmlns:p14="http://schemas.microsoft.com/office/powerpoint/2010/main" val="398891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club">
            <a:extLst xmlns:a="http://schemas.openxmlformats.org/drawingml/2006/main">
              <a:ext uri="{FF2B5EF4-FFF2-40B4-BE49-F238E27FC236}">
                <a16:creationId xmlns:a16="http://schemas.microsoft.com/office/drawing/2014/main" id="{366D60CB-0E69-4059-85C5-9B5236F5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AI CLUB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48F320-DD91-4BBA-B862-5084F2F4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Connect the page and play</a:t>
            </a:r>
          </a:p>
        </p:txBody>
      </p:sp>
      <p:sp>
        <p:nvSpPr>
          <p:cNvPr id="4" name="subheader">
            <a:extLst xmlns:a="http://schemas.openxmlformats.org/drawingml/2006/main">
              <a:ext uri="{FF2B5EF4-FFF2-40B4-BE49-F238E27FC236}">
                <a16:creationId xmlns:a16="http://schemas.microsoft.com/office/drawing/2014/main" id="{5D6446FB-4749-41AC-9A7B-5675002E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In ai-would-you-rather/index.html, find const API_URL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8408FA6-E463-4CDD-B6F5-5DA963C5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38875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9" name="number-0">
            <a:extLst xmlns:a="http://schemas.openxmlformats.org/drawingml/2006/main">
              <a:ext uri="{FF2B5EF4-FFF2-40B4-BE49-F238E27FC236}">
                <a16:creationId xmlns:a16="http://schemas.microsoft.com/office/drawing/2014/main" id="{51BDE694-C556-45C9-8B16-C8598B27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label-0">
            <a:extLst xmlns:a="http://schemas.openxmlformats.org/drawingml/2006/main">
              <a:ext uri="{FF2B5EF4-FFF2-40B4-BE49-F238E27FC236}">
                <a16:creationId xmlns:a16="http://schemas.microsoft.com/office/drawing/2014/main" id="{E901CE81-5B34-4D37-86AA-33C33C0D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7622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Paste the URL</a:t>
            </a:r>
          </a:p>
        </p:txBody>
      </p:sp>
      <p:sp>
        <p:nvSpPr>
          <p:cNvPr id="11" name="detail-0">
            <a:extLst xmlns:a="http://schemas.openxmlformats.org/drawingml/2006/main">
              <a:ext uri="{FF2B5EF4-FFF2-40B4-BE49-F238E27FC236}">
                <a16:creationId xmlns:a16="http://schemas.microsoft.com/office/drawing/2014/main" id="{BD0ED1E0-713C-4C6D-929D-E0FBED8A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90825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Your workers.dev URL + /api/chat</a:t>
            </a:r>
          </a:p>
        </p:txBody>
      </p:sp>
      <p:sp>
        <p:nvSpPr>
          <p:cNvPr id="12" name="number-1">
            <a:extLst xmlns:a="http://schemas.openxmlformats.org/drawingml/2006/main">
              <a:ext uri="{FF2B5EF4-FFF2-40B4-BE49-F238E27FC236}">
                <a16:creationId xmlns:a16="http://schemas.microsoft.com/office/drawing/2014/main" id="{AD5A7334-AE57-4202-9AFA-95A35879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label-1">
            <a:extLst xmlns:a="http://schemas.openxmlformats.org/drawingml/2006/main">
              <a:ext uri="{FF2B5EF4-FFF2-40B4-BE49-F238E27FC236}">
                <a16:creationId xmlns:a16="http://schemas.microsoft.com/office/drawing/2014/main" id="{103D2AB4-FD59-4411-8C36-0103588C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7662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Publish the edit</a:t>
            </a:r>
          </a:p>
        </p:txBody>
      </p:sp>
      <p:sp>
        <p:nvSpPr>
          <p:cNvPr id="14" name="detail-1">
            <a:extLst xmlns:a="http://schemas.openxmlformats.org/drawingml/2006/main">
              <a:ext uri="{FF2B5EF4-FFF2-40B4-BE49-F238E27FC236}">
                <a16:creationId xmlns:a16="http://schemas.microsoft.com/office/drawing/2014/main" id="{A5914C25-27E7-47D8-9ACC-EFCE8E16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Commit changes → wait for Pages → refresh</a:t>
            </a:r>
          </a:p>
        </p:txBody>
      </p:sp>
      <p:sp>
        <p:nvSpPr>
          <p:cNvPr id="15" name="number-2">
            <a:extLst xmlns:a="http://schemas.openxmlformats.org/drawingml/2006/main">
              <a:ext uri="{FF2B5EF4-FFF2-40B4-BE49-F238E27FC236}">
                <a16:creationId xmlns:a16="http://schemas.microsoft.com/office/drawing/2014/main" id="{48C15E34-16CE-4F28-B10B-104872F8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label-2">
            <a:extLst xmlns:a="http://schemas.openxmlformats.org/drawingml/2006/main">
              <a:ext uri="{FF2B5EF4-FFF2-40B4-BE49-F238E27FC236}">
                <a16:creationId xmlns:a16="http://schemas.microsoft.com/office/drawing/2014/main" id="{2D9E683A-398A-4AB2-AA79-A9276DCE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1910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Try your bot</a:t>
            </a:r>
          </a:p>
        </p:txBody>
      </p:sp>
      <p:sp>
        <p:nvSpPr>
          <p:cNvPr id="17" name="detail-2">
            <a:extLst xmlns:a="http://schemas.openxmlformats.org/drawingml/2006/main">
              <a:ext uri="{FF2B5EF4-FFF2-40B4-BE49-F238E27FC236}">
                <a16:creationId xmlns:a16="http://schemas.microsoft.com/office/drawing/2014/main" id="{86AC9DF9-265A-4051-90FA-C86F9F89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9575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Give me a dilemma → type superpowers → Send</a:t>
            </a:r>
          </a:p>
        </p:txBody>
      </p:sp>
      <p:sp>
        <p:nvSpPr>
          <p:cNvPr id="18" name="number-3">
            <a:extLst xmlns:a="http://schemas.openxmlformats.org/drawingml/2006/main">
              <a:ext uri="{FF2B5EF4-FFF2-40B4-BE49-F238E27FC236}">
                <a16:creationId xmlns:a16="http://schemas.microsoft.com/office/drawing/2014/main" id="{B815891C-F9E3-4E7E-9B17-326932EE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80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label-3">
            <a:extLst xmlns:a="http://schemas.openxmlformats.org/drawingml/2006/main">
              <a:ext uri="{FF2B5EF4-FFF2-40B4-BE49-F238E27FC236}">
                <a16:creationId xmlns:a16="http://schemas.microsoft.com/office/drawing/2014/main" id="{D16D2124-C19D-4287-BA72-4BAFA52D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9053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Try both layouts</a:t>
            </a:r>
          </a:p>
        </p:txBody>
      </p:sp>
      <p:sp>
        <p:nvSpPr>
          <p:cNvPr id="20" name="detail-3">
            <a:extLst xmlns:a="http://schemas.openxmlformats.org/drawingml/2006/main">
              <a:ext uri="{FF2B5EF4-FFF2-40B4-BE49-F238E27FC236}">
                <a16:creationId xmlns:a16="http://schemas.microsoft.com/office/drawing/2014/main" id="{9219B99F-90F8-4C32-9F2B-5F01F554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33950"/>
            <a:ext cx="7067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Floating button or the Full-page game link</a:t>
            </a:r>
          </a:p>
        </p:txBody>
      </p:sp>
    </p:spTree>
    <p:extLst>
      <p:ext uri="{BB962C8B-B14F-4D97-AF65-F5344CB8AC3E}">
        <p14:creationId xmlns:p14="http://schemas.microsoft.com/office/powerpoint/2010/main" val="3988919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lub">
            <a:extLst xmlns:a="http://schemas.openxmlformats.org/drawingml/2006/main">
              <a:ext uri="{FF2B5EF4-FFF2-40B4-BE49-F238E27FC236}">
                <a16:creationId xmlns:a16="http://schemas.microsoft.com/office/drawing/2014/main" id="{9E83BF3D-4E04-49A2-A99B-2303192D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AI CLUB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6A34A4-4A81-42D5-B58A-9B73C215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Make the game yours</a:t>
            </a:r>
          </a:p>
        </p:txBody>
      </p:sp>
      <p:sp>
        <p:nvSpPr>
          <p:cNvPr id="4" name="subheader">
            <a:extLst xmlns:a="http://schemas.openxmlformats.org/drawingml/2006/main">
              <a:ext uri="{FF2B5EF4-FFF2-40B4-BE49-F238E27FC236}">
                <a16:creationId xmlns:a16="http://schemas.microsoft.com/office/drawing/2014/main" id="{C1B0794C-E341-4380-9A7B-1FBF40F9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Change the title in index.html or INSTRUCTIONS in api/worker.mjs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8852A21-0BEF-4D32-B0EF-ED940BEF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38875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06 / 06</a:t>
            </a:r>
          </a:p>
        </p:txBody>
      </p:sp>
      <p:sp>
        <p:nvSpPr>
          <p:cNvPr id="9" name="left-label">
            <a:extLst xmlns:a="http://schemas.openxmlformats.org/drawingml/2006/main">
              <a:ext uri="{FF2B5EF4-FFF2-40B4-BE49-F238E27FC236}">
                <a16:creationId xmlns:a16="http://schemas.microsoft.com/office/drawing/2014/main" id="{14E39621-3B97-4313-AF9C-62C6D825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991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3686C"/>
                </a:solidFill>
                <a:latin typeface="Arial"/>
                <a:ea typeface="Arial"/>
                <a:cs typeface="Arial"/>
              </a:rPr>
              <a:t>EDIT ON GITHUB</a:t>
            </a:r>
          </a:p>
        </p:txBody>
      </p:sp>
      <p:sp>
        <p:nvSpPr>
          <p:cNvPr id="10" name="left-prompt">
            <a:extLst xmlns:a="http://schemas.openxmlformats.org/drawingml/2006/main">
              <a:ext uri="{FF2B5EF4-FFF2-40B4-BE49-F238E27FC236}">
                <a16:creationId xmlns:a16="http://schemas.microsoft.com/office/drawing/2014/main" id="{F5C4BD44-0293-4300-88D1-582D0C50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52387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Open the file → pencil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Try: “Only use food themes.”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Commit changes</a:t>
            </a:r>
          </a:p>
        </p:txBody>
      </p:sp>
      <p:sp>
        <p:nvSpPr>
          <p:cNvPr id="11" name="left-caption">
            <a:extLst xmlns:a="http://schemas.openxmlformats.org/drawingml/2006/main">
              <a:ext uri="{FF2B5EF4-FFF2-40B4-BE49-F238E27FC236}">
                <a16:creationId xmlns:a16="http://schemas.microsoft.com/office/drawing/2014/main" id="{25D8FBD5-2925-42B1-A10D-32015BA9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5334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Wait for deployment. Ask the same theme again.</a:t>
            </a:r>
          </a:p>
        </p:txBody>
      </p:sp>
      <p:sp>
        <p:nvSpPr>
          <p:cNvPr id="12" name="right-label">
            <a:extLst xmlns:a="http://schemas.openxmlformats.org/drawingml/2006/main">
              <a:ext uri="{FF2B5EF4-FFF2-40B4-BE49-F238E27FC236}">
                <a16:creationId xmlns:a16="http://schemas.microsoft.com/office/drawing/2014/main" id="{03B0C3C5-AB47-47C5-86F9-888C436E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52725"/>
            <a:ext cx="4972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E8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7E80"/>
                </a:solidFill>
                <a:latin typeface="Arial"/>
                <a:ea typeface="Arial"/>
                <a:cs typeface="Arial"/>
              </a:rPr>
              <a:t>OR USE A LOCAL FOLDER</a:t>
            </a:r>
          </a:p>
        </p:txBody>
      </p:sp>
      <p:sp>
        <p:nvSpPr>
          <p:cNvPr id="13" name="right-prompt">
            <a:extLst xmlns:a="http://schemas.openxmlformats.org/drawingml/2006/main">
              <a:ext uri="{FF2B5EF4-FFF2-40B4-BE49-F238E27FC236}">
                <a16:creationId xmlns:a16="http://schemas.microsoft.com/office/drawing/2014/main" id="{59F90D52-9B1C-4538-8AA2-B3B63DC2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14700"/>
            <a:ext cx="4972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GitHub Desktop → Clone your fork</a:t>
            </a:r>
          </a:p>
          <a:p xmlns:a="http://schemas.openxmlformats.org/drawingml/2006/main">
            <a:pPr algn="l">
              <a:buNone/>
              <a:defRPr sz="24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buNone/>
              <a:defRPr sz="1875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Edit the file in your folder → Save</a:t>
            </a:r>
          </a:p>
          <a:p xmlns:a="http://schemas.openxmlformats.org/drawingml/2006/main">
            <a:pPr algn="l">
              <a:buNone/>
              <a:defRPr sz="2400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buNone/>
              <a:defRPr sz="1875" b="1">
                <a:solidFill>
                  <a:srgbClr val="142D3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D32"/>
                </a:solidFill>
                <a:latin typeface="Arial"/>
                <a:ea typeface="Arial"/>
                <a:cs typeface="Arial"/>
              </a:rPr>
              <a:t>Commit to main → Push origin</a:t>
            </a:r>
          </a:p>
        </p:txBody>
      </p:sp>
      <p:sp>
        <p:nvSpPr>
          <p:cNvPr id="14" name="right-caption">
            <a:extLst xmlns:a="http://schemas.openxmlformats.org/drawingml/2006/main">
              <a:ext uri="{FF2B5EF4-FFF2-40B4-BE49-F238E27FC236}">
                <a16:creationId xmlns:a16="http://schemas.microsoft.com/office/drawing/2014/main" id="{5B07DFD3-E43F-4008-8F22-CC5D5DF2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524500"/>
            <a:ext cx="4972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3686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86C"/>
                </a:solidFill>
                <a:latin typeface="Arial"/>
                <a:ea typeface="Arial"/>
                <a:cs typeface="Arial"/>
              </a:rPr>
              <a:t>New folder? Add local repository → Publish repository.</a:t>
            </a:r>
          </a:p>
        </p:txBody>
      </p:sp>
    </p:spTree>
    <p:extLst>
      <p:ext uri="{BB962C8B-B14F-4D97-AF65-F5344CB8AC3E}">
        <p14:creationId xmlns:p14="http://schemas.microsoft.com/office/powerpoint/2010/main" val="14996102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2026-10-01T13:10:48.2570000Z</dcterms:created>
  <dcterms:modified xsi:type="dcterms:W3CDTF">2026-10-01T13:10:48.2570000Z</dcterms:modified>
</coreProperties>
</file>